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  <p:sldMasterId id="214748367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5143500" cx="9144000"/>
  <p:notesSz cx="6858000" cy="9144000"/>
  <p:embeddedFontLst>
    <p:embeddedFont>
      <p:font typeface="Anton"/>
      <p:regular r:id="rId30"/>
    </p:embeddedFont>
    <p:embeddedFont>
      <p:font typeface="Roboto"/>
      <p:regular r:id="rId31"/>
      <p:bold r:id="rId32"/>
      <p:italic r:id="rId33"/>
      <p:boldItalic r:id="rId34"/>
    </p:embeddedFont>
    <p:embeddedFont>
      <p:font typeface="Anaheim"/>
      <p:regular r:id="rId35"/>
      <p:bold r:id="rId36"/>
    </p:embeddedFont>
    <p:embeddedFont>
      <p:font typeface="Fira Sans Extra Condensed Medium"/>
      <p:regular r:id="rId37"/>
      <p:bold r:id="rId38"/>
      <p:italic r:id="rId39"/>
      <p:boldItalic r:id="rId40"/>
    </p:embeddedFont>
    <p:embeddedFont>
      <p:font typeface="Antic Slab"/>
      <p:regular r:id="rId41"/>
    </p:embeddedFont>
    <p:embeddedFont>
      <p:font typeface="Oswald"/>
      <p:regular r:id="rId42"/>
      <p:bold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4" roundtripDataSignature="AMtx7mg3AEtmFBOFRS1zlrQlB0xcHx26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raSansExtraCondensedMedium-boldItalic.fntdata"/><Relationship Id="rId20" Type="http://schemas.openxmlformats.org/officeDocument/2006/relationships/slide" Target="slides/slide13.xml"/><Relationship Id="rId42" Type="http://schemas.openxmlformats.org/officeDocument/2006/relationships/font" Target="fonts/Oswald-regular.fntdata"/><Relationship Id="rId41" Type="http://schemas.openxmlformats.org/officeDocument/2006/relationships/font" Target="fonts/AnticSlab-regular.fntdata"/><Relationship Id="rId22" Type="http://schemas.openxmlformats.org/officeDocument/2006/relationships/slide" Target="slides/slide15.xml"/><Relationship Id="rId44" Type="http://customschemas.google.com/relationships/presentationmetadata" Target="metadata"/><Relationship Id="rId21" Type="http://schemas.openxmlformats.org/officeDocument/2006/relationships/slide" Target="slides/slide14.xml"/><Relationship Id="rId43" Type="http://schemas.openxmlformats.org/officeDocument/2006/relationships/font" Target="fonts/Oswald-bold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-regular.fntdata"/><Relationship Id="rId30" Type="http://schemas.openxmlformats.org/officeDocument/2006/relationships/font" Target="fonts/Anton-regular.fntdata"/><Relationship Id="rId11" Type="http://schemas.openxmlformats.org/officeDocument/2006/relationships/slide" Target="slides/slide4.xml"/><Relationship Id="rId33" Type="http://schemas.openxmlformats.org/officeDocument/2006/relationships/font" Target="fonts/Roboto-italic.fntdata"/><Relationship Id="rId10" Type="http://schemas.openxmlformats.org/officeDocument/2006/relationships/slide" Target="slides/slide3.xml"/><Relationship Id="rId32" Type="http://schemas.openxmlformats.org/officeDocument/2006/relationships/font" Target="fonts/Roboto-bold.fntdata"/><Relationship Id="rId13" Type="http://schemas.openxmlformats.org/officeDocument/2006/relationships/slide" Target="slides/slide6.xml"/><Relationship Id="rId35" Type="http://schemas.openxmlformats.org/officeDocument/2006/relationships/font" Target="fonts/Anaheim-regular.fntdata"/><Relationship Id="rId12" Type="http://schemas.openxmlformats.org/officeDocument/2006/relationships/slide" Target="slides/slide5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8.xml"/><Relationship Id="rId37" Type="http://schemas.openxmlformats.org/officeDocument/2006/relationships/font" Target="fonts/FiraSansExtraCondensedMedium-regular.fntdata"/><Relationship Id="rId14" Type="http://schemas.openxmlformats.org/officeDocument/2006/relationships/slide" Target="slides/slide7.xml"/><Relationship Id="rId36" Type="http://schemas.openxmlformats.org/officeDocument/2006/relationships/font" Target="fonts/Anaheim-bold.fntdata"/><Relationship Id="rId17" Type="http://schemas.openxmlformats.org/officeDocument/2006/relationships/slide" Target="slides/slide10.xml"/><Relationship Id="rId39" Type="http://schemas.openxmlformats.org/officeDocument/2006/relationships/font" Target="fonts/FiraSansExtraCondensedMedium-italic.fntdata"/><Relationship Id="rId16" Type="http://schemas.openxmlformats.org/officeDocument/2006/relationships/slide" Target="slides/slide9.xml"/><Relationship Id="rId38" Type="http://schemas.openxmlformats.org/officeDocument/2006/relationships/font" Target="fonts/FiraSansExtraCondensedMedium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5" name="Google Shape;405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h727fe2072472b774_0_1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h727fe2072472b774_0_1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h727fe2072472b774_0_1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h727fe2072472b774_0_1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h727fe2072472b774_0_1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h727fe2072472b774_0_1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h727fe2072472b774_0_1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h727fe2072472b774_0_1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h727fe2072472b774_0_1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h727fe2072472b774_0_1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h727fe2072472b774_0_1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h727fe2072472b774_0_1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h727fe2072472b774_0_1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h727fe2072472b774_0_1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h727fe2072472b774_0_1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h727fe2072472b774_0_1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h727fe2072472b774_0_1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h727fe2072472b774_0_1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h3e09a97ac2bb90e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h3e09a97ac2bb90e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h3e09a97ac2bb90e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h3e09a97ac2bb90e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h3e09a97ac2bb90e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h3e09a97ac2bb90e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h3e09a97ac2bb90e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h3e09a97ac2bb90e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h3e09a97ac2bb90e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h3e09a97ac2bb90e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h727fe2072472b774_0_1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h727fe2072472b774_0_1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h727fe2072472b774_0_1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h727fe2072472b774_0_1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5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5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5"/>
          <p:cNvSpPr txBox="1"/>
          <p:nvPr>
            <p:ph idx="1" type="body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6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6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7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7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47"/>
          <p:cNvSpPr txBox="1"/>
          <p:nvPr>
            <p:ph idx="2" type="body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7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47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0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0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50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5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1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1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2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3"/>
          <p:cNvSpPr txBox="1"/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3"/>
          <p:cNvSpPr txBox="1"/>
          <p:nvPr>
            <p:ph idx="1" type="body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able of contents"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43331"/>
            <a:ext cx="2682472" cy="800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93163" y="4356031"/>
            <a:ext cx="1885413" cy="1087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Title + text 2"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8"/>
          <p:cNvSpPr/>
          <p:nvPr/>
        </p:nvSpPr>
        <p:spPr>
          <a:xfrm>
            <a:off x="713601" y="1538275"/>
            <a:ext cx="7716911" cy="2767030"/>
          </a:xfrm>
          <a:custGeom>
            <a:rect b="b" l="l" r="r" t="t"/>
            <a:pathLst>
              <a:path extrusionOk="0" h="4000" w="31690">
                <a:moveTo>
                  <a:pt x="0" y="1"/>
                </a:moveTo>
                <a:lnTo>
                  <a:pt x="0" y="4000"/>
                </a:lnTo>
                <a:lnTo>
                  <a:pt x="31690" y="4000"/>
                </a:lnTo>
                <a:lnTo>
                  <a:pt x="31690" y="1"/>
                </a:lnTo>
                <a:close/>
              </a:path>
            </a:pathLst>
          </a:custGeom>
          <a:solidFill>
            <a:srgbClr val="ED1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8"/>
          <p:cNvSpPr txBox="1"/>
          <p:nvPr>
            <p:ph idx="1" type="subTitle"/>
          </p:nvPr>
        </p:nvSpPr>
        <p:spPr>
          <a:xfrm>
            <a:off x="3080300" y="1981500"/>
            <a:ext cx="2991900" cy="18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89" name="Google Shape;89;p28"/>
          <p:cNvSpPr txBox="1"/>
          <p:nvPr>
            <p:ph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90" name="Google Shape;90;p28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9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9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/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500"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350"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29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29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p29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+ design">
  <p:cSld name="Title + text + design"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0"/>
          <p:cNvSpPr/>
          <p:nvPr/>
        </p:nvSpPr>
        <p:spPr>
          <a:xfrm>
            <a:off x="3506300" y="1083300"/>
            <a:ext cx="5637723" cy="4060226"/>
          </a:xfrm>
          <a:custGeom>
            <a:rect b="b" l="l" r="r" t="t"/>
            <a:pathLst>
              <a:path extrusionOk="0" h="31998" w="44430">
                <a:moveTo>
                  <a:pt x="40231" y="1"/>
                </a:moveTo>
                <a:cubicBezTo>
                  <a:pt x="38589" y="1"/>
                  <a:pt x="36930" y="353"/>
                  <a:pt x="35422" y="1000"/>
                </a:cubicBezTo>
                <a:cubicBezTo>
                  <a:pt x="32332" y="2320"/>
                  <a:pt x="29794" y="4800"/>
                  <a:pt x="27981" y="7643"/>
                </a:cubicBezTo>
                <a:cubicBezTo>
                  <a:pt x="26298" y="10181"/>
                  <a:pt x="25021" y="13140"/>
                  <a:pt x="22483" y="14780"/>
                </a:cubicBezTo>
                <a:cubicBezTo>
                  <a:pt x="20612" y="15925"/>
                  <a:pt x="18378" y="16172"/>
                  <a:pt x="16260" y="16535"/>
                </a:cubicBezTo>
                <a:cubicBezTo>
                  <a:pt x="13664" y="16955"/>
                  <a:pt x="11068" y="17434"/>
                  <a:pt x="8645" y="18464"/>
                </a:cubicBezTo>
                <a:cubicBezTo>
                  <a:pt x="6223" y="19436"/>
                  <a:pt x="3931" y="21002"/>
                  <a:pt x="2423" y="23178"/>
                </a:cubicBezTo>
                <a:cubicBezTo>
                  <a:pt x="667" y="25716"/>
                  <a:pt x="116" y="28922"/>
                  <a:pt x="0" y="31997"/>
                </a:cubicBezTo>
                <a:lnTo>
                  <a:pt x="43515" y="31997"/>
                </a:lnTo>
                <a:cubicBezTo>
                  <a:pt x="43994" y="31997"/>
                  <a:pt x="44429" y="31576"/>
                  <a:pt x="44429" y="31098"/>
                </a:cubicBezTo>
                <a:lnTo>
                  <a:pt x="44429" y="869"/>
                </a:lnTo>
                <a:cubicBezTo>
                  <a:pt x="43122" y="277"/>
                  <a:pt x="41683" y="1"/>
                  <a:pt x="40231" y="1"/>
                </a:cubicBezTo>
                <a:close/>
              </a:path>
            </a:pathLst>
          </a:cu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0"/>
          <p:cNvSpPr txBox="1"/>
          <p:nvPr>
            <p:ph idx="1" type="subTitle"/>
          </p:nvPr>
        </p:nvSpPr>
        <p:spPr>
          <a:xfrm>
            <a:off x="1895475" y="1846225"/>
            <a:ext cx="2132100" cy="17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0" name="Google Shape;100;p30"/>
          <p:cNvSpPr/>
          <p:nvPr/>
        </p:nvSpPr>
        <p:spPr>
          <a:xfrm rot="-5400000">
            <a:off x="1440650" y="1262225"/>
            <a:ext cx="2626800" cy="27396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0"/>
          <p:cNvSpPr txBox="1"/>
          <p:nvPr>
            <p:ph idx="2" type="subTitle"/>
          </p:nvPr>
        </p:nvSpPr>
        <p:spPr>
          <a:xfrm>
            <a:off x="1678100" y="2370375"/>
            <a:ext cx="20250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>
                <a:solidFill>
                  <a:srgbClr val="F3F3F3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02" name="Google Shape;102;p30"/>
          <p:cNvSpPr txBox="1"/>
          <p:nvPr>
            <p:ph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103" name="Google Shape;103;p30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">
  <p:cSld name="Title + design "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1"/>
          <p:cNvSpPr/>
          <p:nvPr/>
        </p:nvSpPr>
        <p:spPr>
          <a:xfrm flipH="1" rot="10800000">
            <a:off x="3506300" y="0"/>
            <a:ext cx="5637723" cy="4060226"/>
          </a:xfrm>
          <a:custGeom>
            <a:rect b="b" l="l" r="r" t="t"/>
            <a:pathLst>
              <a:path extrusionOk="0" h="31998" w="44430">
                <a:moveTo>
                  <a:pt x="40231" y="1"/>
                </a:moveTo>
                <a:cubicBezTo>
                  <a:pt x="38589" y="1"/>
                  <a:pt x="36930" y="353"/>
                  <a:pt x="35422" y="1000"/>
                </a:cubicBezTo>
                <a:cubicBezTo>
                  <a:pt x="32332" y="2320"/>
                  <a:pt x="29794" y="4800"/>
                  <a:pt x="27981" y="7643"/>
                </a:cubicBezTo>
                <a:cubicBezTo>
                  <a:pt x="26298" y="10181"/>
                  <a:pt x="25021" y="13140"/>
                  <a:pt x="22483" y="14780"/>
                </a:cubicBezTo>
                <a:cubicBezTo>
                  <a:pt x="20612" y="15925"/>
                  <a:pt x="18378" y="16172"/>
                  <a:pt x="16260" y="16535"/>
                </a:cubicBezTo>
                <a:cubicBezTo>
                  <a:pt x="13664" y="16955"/>
                  <a:pt x="11068" y="17434"/>
                  <a:pt x="8645" y="18464"/>
                </a:cubicBezTo>
                <a:cubicBezTo>
                  <a:pt x="6223" y="19436"/>
                  <a:pt x="3931" y="21002"/>
                  <a:pt x="2423" y="23178"/>
                </a:cubicBezTo>
                <a:cubicBezTo>
                  <a:pt x="667" y="25716"/>
                  <a:pt x="116" y="28922"/>
                  <a:pt x="0" y="31997"/>
                </a:cubicBezTo>
                <a:lnTo>
                  <a:pt x="43515" y="31997"/>
                </a:lnTo>
                <a:cubicBezTo>
                  <a:pt x="43994" y="31997"/>
                  <a:pt x="44429" y="31576"/>
                  <a:pt x="44429" y="31098"/>
                </a:cubicBezTo>
                <a:lnTo>
                  <a:pt x="44429" y="869"/>
                </a:lnTo>
                <a:cubicBezTo>
                  <a:pt x="43122" y="277"/>
                  <a:pt x="41683" y="1"/>
                  <a:pt x="40231" y="1"/>
                </a:cubicBezTo>
                <a:close/>
              </a:path>
            </a:pathLst>
          </a:cu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1"/>
          <p:cNvSpPr txBox="1"/>
          <p:nvPr>
            <p:ph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107" name="Google Shape;107;p31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">
  <p:cSld name="Four columns"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2"/>
          <p:cNvSpPr/>
          <p:nvPr/>
        </p:nvSpPr>
        <p:spPr>
          <a:xfrm rot="5400000">
            <a:off x="-785901" y="733690"/>
            <a:ext cx="5178317" cy="3729287"/>
          </a:xfrm>
          <a:custGeom>
            <a:rect b="b" l="l" r="r" t="t"/>
            <a:pathLst>
              <a:path extrusionOk="0" h="31998" w="44430">
                <a:moveTo>
                  <a:pt x="40231" y="1"/>
                </a:moveTo>
                <a:cubicBezTo>
                  <a:pt x="38589" y="1"/>
                  <a:pt x="36930" y="353"/>
                  <a:pt x="35422" y="1000"/>
                </a:cubicBezTo>
                <a:cubicBezTo>
                  <a:pt x="32332" y="2320"/>
                  <a:pt x="29794" y="4800"/>
                  <a:pt x="27981" y="7643"/>
                </a:cubicBezTo>
                <a:cubicBezTo>
                  <a:pt x="26298" y="10181"/>
                  <a:pt x="25021" y="13140"/>
                  <a:pt x="22483" y="14780"/>
                </a:cubicBezTo>
                <a:cubicBezTo>
                  <a:pt x="20612" y="15925"/>
                  <a:pt x="18378" y="16172"/>
                  <a:pt x="16260" y="16535"/>
                </a:cubicBezTo>
                <a:cubicBezTo>
                  <a:pt x="13664" y="16955"/>
                  <a:pt x="11068" y="17434"/>
                  <a:pt x="8645" y="18464"/>
                </a:cubicBezTo>
                <a:cubicBezTo>
                  <a:pt x="6223" y="19436"/>
                  <a:pt x="3931" y="21002"/>
                  <a:pt x="2423" y="23178"/>
                </a:cubicBezTo>
                <a:cubicBezTo>
                  <a:pt x="667" y="25716"/>
                  <a:pt x="116" y="28922"/>
                  <a:pt x="0" y="31997"/>
                </a:cubicBezTo>
                <a:lnTo>
                  <a:pt x="43515" y="31997"/>
                </a:lnTo>
                <a:cubicBezTo>
                  <a:pt x="43994" y="31997"/>
                  <a:pt x="44429" y="31576"/>
                  <a:pt x="44429" y="31098"/>
                </a:cubicBezTo>
                <a:lnTo>
                  <a:pt x="44429" y="869"/>
                </a:lnTo>
                <a:cubicBezTo>
                  <a:pt x="43122" y="277"/>
                  <a:pt x="41683" y="1"/>
                  <a:pt x="40231" y="1"/>
                </a:cubicBezTo>
                <a:close/>
              </a:path>
            </a:pathLst>
          </a:cu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2"/>
          <p:cNvSpPr/>
          <p:nvPr/>
        </p:nvSpPr>
        <p:spPr>
          <a:xfrm>
            <a:off x="713500" y="2526700"/>
            <a:ext cx="7716990" cy="1763900"/>
          </a:xfrm>
          <a:custGeom>
            <a:rect b="b" l="l" r="r" t="t"/>
            <a:pathLst>
              <a:path extrusionOk="0" h="4000" w="31690">
                <a:moveTo>
                  <a:pt x="0" y="1"/>
                </a:moveTo>
                <a:lnTo>
                  <a:pt x="0" y="4000"/>
                </a:lnTo>
                <a:lnTo>
                  <a:pt x="31690" y="4000"/>
                </a:lnTo>
                <a:lnTo>
                  <a:pt x="31690" y="1"/>
                </a:lnTo>
                <a:close/>
              </a:path>
            </a:pathLst>
          </a:cu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2"/>
          <p:cNvSpPr txBox="1"/>
          <p:nvPr>
            <p:ph idx="1" type="subTitle"/>
          </p:nvPr>
        </p:nvSpPr>
        <p:spPr>
          <a:xfrm>
            <a:off x="944837" y="3122450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2" name="Google Shape;112;p32"/>
          <p:cNvSpPr txBox="1"/>
          <p:nvPr>
            <p:ph type="ctrTitle"/>
          </p:nvPr>
        </p:nvSpPr>
        <p:spPr>
          <a:xfrm>
            <a:off x="887790" y="2647945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3" name="Google Shape;113;p32"/>
          <p:cNvSpPr txBox="1"/>
          <p:nvPr>
            <p:ph idx="2" type="subTitle"/>
          </p:nvPr>
        </p:nvSpPr>
        <p:spPr>
          <a:xfrm>
            <a:off x="2831762" y="3122450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4" name="Google Shape;114;p32"/>
          <p:cNvSpPr txBox="1"/>
          <p:nvPr>
            <p:ph idx="3" type="ctrTitle"/>
          </p:nvPr>
        </p:nvSpPr>
        <p:spPr>
          <a:xfrm>
            <a:off x="2774665" y="2647945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5" name="Google Shape;115;p32"/>
          <p:cNvSpPr txBox="1"/>
          <p:nvPr>
            <p:ph idx="4" type="subTitle"/>
          </p:nvPr>
        </p:nvSpPr>
        <p:spPr>
          <a:xfrm>
            <a:off x="4718637" y="3122450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6" name="Google Shape;116;p32"/>
          <p:cNvSpPr txBox="1"/>
          <p:nvPr>
            <p:ph idx="5" type="ctrTitle"/>
          </p:nvPr>
        </p:nvSpPr>
        <p:spPr>
          <a:xfrm>
            <a:off x="4661540" y="2647945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7" name="Google Shape;117;p32"/>
          <p:cNvSpPr txBox="1"/>
          <p:nvPr>
            <p:ph idx="6" type="subTitle"/>
          </p:nvPr>
        </p:nvSpPr>
        <p:spPr>
          <a:xfrm>
            <a:off x="6605512" y="3122450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8" name="Google Shape;118;p32"/>
          <p:cNvSpPr txBox="1"/>
          <p:nvPr>
            <p:ph idx="7" type="ctrTitle"/>
          </p:nvPr>
        </p:nvSpPr>
        <p:spPr>
          <a:xfrm>
            <a:off x="6548415" y="2647945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9" name="Google Shape;119;p32"/>
          <p:cNvSpPr txBox="1"/>
          <p:nvPr>
            <p:ph idx="8"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120" name="Google Shape;120;p32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">
  <p:cSld name="Three columns "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3"/>
          <p:cNvSpPr/>
          <p:nvPr/>
        </p:nvSpPr>
        <p:spPr>
          <a:xfrm flipH="1" rot="5400000">
            <a:off x="-750511" y="657839"/>
            <a:ext cx="4924732" cy="3546738"/>
          </a:xfrm>
          <a:custGeom>
            <a:rect b="b" l="l" r="r" t="t"/>
            <a:pathLst>
              <a:path extrusionOk="0" h="31998" w="44430">
                <a:moveTo>
                  <a:pt x="40231" y="1"/>
                </a:moveTo>
                <a:cubicBezTo>
                  <a:pt x="38589" y="1"/>
                  <a:pt x="36930" y="353"/>
                  <a:pt x="35422" y="1000"/>
                </a:cubicBezTo>
                <a:cubicBezTo>
                  <a:pt x="32332" y="2320"/>
                  <a:pt x="29794" y="4800"/>
                  <a:pt x="27981" y="7643"/>
                </a:cubicBezTo>
                <a:cubicBezTo>
                  <a:pt x="26298" y="10181"/>
                  <a:pt x="25021" y="13140"/>
                  <a:pt x="22483" y="14780"/>
                </a:cubicBezTo>
                <a:cubicBezTo>
                  <a:pt x="20612" y="15925"/>
                  <a:pt x="18378" y="16172"/>
                  <a:pt x="16260" y="16535"/>
                </a:cubicBezTo>
                <a:cubicBezTo>
                  <a:pt x="13664" y="16955"/>
                  <a:pt x="11068" y="17434"/>
                  <a:pt x="8645" y="18464"/>
                </a:cubicBezTo>
                <a:cubicBezTo>
                  <a:pt x="6223" y="19436"/>
                  <a:pt x="3931" y="21002"/>
                  <a:pt x="2423" y="23178"/>
                </a:cubicBezTo>
                <a:cubicBezTo>
                  <a:pt x="667" y="25716"/>
                  <a:pt x="116" y="28922"/>
                  <a:pt x="0" y="31997"/>
                </a:cubicBezTo>
                <a:lnTo>
                  <a:pt x="43515" y="31997"/>
                </a:lnTo>
                <a:cubicBezTo>
                  <a:pt x="43994" y="31997"/>
                  <a:pt x="44429" y="31576"/>
                  <a:pt x="44429" y="31098"/>
                </a:cubicBezTo>
                <a:lnTo>
                  <a:pt x="44429" y="869"/>
                </a:lnTo>
                <a:cubicBezTo>
                  <a:pt x="43122" y="277"/>
                  <a:pt x="41683" y="1"/>
                  <a:pt x="40231" y="1"/>
                </a:cubicBezTo>
                <a:close/>
              </a:path>
            </a:pathLst>
          </a:cu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3"/>
          <p:cNvSpPr txBox="1"/>
          <p:nvPr>
            <p:ph idx="1" type="subTitle"/>
          </p:nvPr>
        </p:nvSpPr>
        <p:spPr>
          <a:xfrm>
            <a:off x="1105050" y="3462325"/>
            <a:ext cx="2086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24" name="Google Shape;124;p33"/>
          <p:cNvSpPr txBox="1"/>
          <p:nvPr>
            <p:ph type="ctrTitle"/>
          </p:nvPr>
        </p:nvSpPr>
        <p:spPr>
          <a:xfrm>
            <a:off x="1323002" y="3025475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25" name="Google Shape;125;p33"/>
          <p:cNvSpPr txBox="1"/>
          <p:nvPr>
            <p:ph idx="2" type="subTitle"/>
          </p:nvPr>
        </p:nvSpPr>
        <p:spPr>
          <a:xfrm>
            <a:off x="3528850" y="3462325"/>
            <a:ext cx="2086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26" name="Google Shape;126;p33"/>
          <p:cNvSpPr txBox="1"/>
          <p:nvPr>
            <p:ph idx="3" type="ctrTitle"/>
          </p:nvPr>
        </p:nvSpPr>
        <p:spPr>
          <a:xfrm>
            <a:off x="3746752" y="3025475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27" name="Google Shape;127;p33"/>
          <p:cNvSpPr txBox="1"/>
          <p:nvPr>
            <p:ph idx="4" type="subTitle"/>
          </p:nvPr>
        </p:nvSpPr>
        <p:spPr>
          <a:xfrm>
            <a:off x="5952650" y="3462325"/>
            <a:ext cx="2086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28" name="Google Shape;128;p33"/>
          <p:cNvSpPr txBox="1"/>
          <p:nvPr>
            <p:ph idx="5" type="ctrTitle"/>
          </p:nvPr>
        </p:nvSpPr>
        <p:spPr>
          <a:xfrm>
            <a:off x="6170552" y="3025475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29" name="Google Shape;129;p33"/>
          <p:cNvSpPr txBox="1"/>
          <p:nvPr>
            <p:ph idx="6"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130" name="Google Shape;130;p33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1">
  <p:cSld name="Three columns 1"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4"/>
          <p:cNvSpPr/>
          <p:nvPr/>
        </p:nvSpPr>
        <p:spPr>
          <a:xfrm>
            <a:off x="1524150" y="3299475"/>
            <a:ext cx="6095700" cy="1429500"/>
          </a:xfrm>
          <a:prstGeom prst="rect">
            <a:avLst/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4"/>
          <p:cNvSpPr txBox="1"/>
          <p:nvPr>
            <p:ph idx="1" type="subTitle"/>
          </p:nvPr>
        </p:nvSpPr>
        <p:spPr>
          <a:xfrm>
            <a:off x="1766800" y="3486035"/>
            <a:ext cx="1845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34" name="Google Shape;134;p34"/>
          <p:cNvSpPr txBox="1"/>
          <p:nvPr>
            <p:ph type="ctrTitle"/>
          </p:nvPr>
        </p:nvSpPr>
        <p:spPr>
          <a:xfrm>
            <a:off x="1864075" y="2794146"/>
            <a:ext cx="16506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5" name="Google Shape;135;p34"/>
          <p:cNvSpPr txBox="1"/>
          <p:nvPr>
            <p:ph idx="2" type="ctrTitle"/>
          </p:nvPr>
        </p:nvSpPr>
        <p:spPr>
          <a:xfrm>
            <a:off x="3746700" y="2794146"/>
            <a:ext cx="16506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6" name="Google Shape;136;p34"/>
          <p:cNvSpPr txBox="1"/>
          <p:nvPr>
            <p:ph idx="3" type="ctrTitle"/>
          </p:nvPr>
        </p:nvSpPr>
        <p:spPr>
          <a:xfrm>
            <a:off x="5629325" y="2794146"/>
            <a:ext cx="16506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7" name="Google Shape;137;p34"/>
          <p:cNvSpPr txBox="1"/>
          <p:nvPr>
            <p:ph idx="4" type="subTitle"/>
          </p:nvPr>
        </p:nvSpPr>
        <p:spPr>
          <a:xfrm>
            <a:off x="3649450" y="3486035"/>
            <a:ext cx="1845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38" name="Google Shape;138;p34"/>
          <p:cNvSpPr txBox="1"/>
          <p:nvPr>
            <p:ph idx="5" type="subTitle"/>
          </p:nvPr>
        </p:nvSpPr>
        <p:spPr>
          <a:xfrm>
            <a:off x="5532100" y="3486035"/>
            <a:ext cx="1845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39" name="Google Shape;139;p34"/>
          <p:cNvSpPr txBox="1"/>
          <p:nvPr>
            <p:ph idx="6"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140" name="Google Shape;140;p34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lank slide">
  <p:cSld name="Title + blank slide"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5"/>
          <p:cNvSpPr txBox="1"/>
          <p:nvPr>
            <p:ph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143" name="Google Shape;143;p35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numbers ">
  <p:cSld name="Title + numbers "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6"/>
          <p:cNvSpPr/>
          <p:nvPr/>
        </p:nvSpPr>
        <p:spPr>
          <a:xfrm>
            <a:off x="759150" y="3042775"/>
            <a:ext cx="3594900" cy="1130100"/>
          </a:xfrm>
          <a:prstGeom prst="rect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endParaRPr b="0" i="0" sz="14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6"/>
          <p:cNvSpPr/>
          <p:nvPr/>
        </p:nvSpPr>
        <p:spPr>
          <a:xfrm>
            <a:off x="1878200" y="1398300"/>
            <a:ext cx="5387400" cy="1384200"/>
          </a:xfrm>
          <a:prstGeom prst="rect">
            <a:avLst/>
          </a:prstGeom>
          <a:solidFill>
            <a:srgbClr val="F25151"/>
          </a:solidFill>
          <a:ln cap="flat" cmpd="sng" w="19050">
            <a:solidFill>
              <a:srgbClr val="F25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endParaRPr b="0" i="0" sz="14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6"/>
          <p:cNvSpPr/>
          <p:nvPr/>
        </p:nvSpPr>
        <p:spPr>
          <a:xfrm>
            <a:off x="4633025" y="3765325"/>
            <a:ext cx="3594900" cy="8982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endParaRPr b="0" i="0" sz="14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6"/>
          <p:cNvSpPr txBox="1"/>
          <p:nvPr>
            <p:ph type="title"/>
          </p:nvPr>
        </p:nvSpPr>
        <p:spPr>
          <a:xfrm>
            <a:off x="2637350" y="1664550"/>
            <a:ext cx="3869400" cy="8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7200"/>
              <a:buNone/>
              <a:defRPr sz="7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7200"/>
              <a:buFont typeface="Fira Sans Extra Condensed Medium"/>
              <a:buNone/>
              <a:defRPr sz="72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7200"/>
              <a:buFont typeface="Fira Sans Extra Condensed Medium"/>
              <a:buNone/>
              <a:defRPr sz="72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7200"/>
              <a:buFont typeface="Fira Sans Extra Condensed Medium"/>
              <a:buNone/>
              <a:defRPr sz="72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7200"/>
              <a:buFont typeface="Fira Sans Extra Condensed Medium"/>
              <a:buNone/>
              <a:defRPr sz="72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7200"/>
              <a:buFont typeface="Fira Sans Extra Condensed Medium"/>
              <a:buNone/>
              <a:defRPr sz="72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7200"/>
              <a:buFont typeface="Fira Sans Extra Condensed Medium"/>
              <a:buNone/>
              <a:defRPr sz="72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7200"/>
              <a:buFont typeface="Fira Sans Extra Condensed Medium"/>
              <a:buNone/>
              <a:defRPr sz="72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7200"/>
              <a:buFont typeface="Fira Sans Extra Condensed Medium"/>
              <a:buNone/>
              <a:defRPr sz="72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49" name="Google Shape;149;p36"/>
          <p:cNvSpPr txBox="1"/>
          <p:nvPr>
            <p:ph idx="2" type="title"/>
          </p:nvPr>
        </p:nvSpPr>
        <p:spPr>
          <a:xfrm>
            <a:off x="911276" y="3318850"/>
            <a:ext cx="3290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4800"/>
              <a:buNone/>
              <a:defRPr sz="4800">
                <a:solidFill>
                  <a:srgbClr val="F2515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4800"/>
              <a:buFont typeface="Fira Sans Extra Condensed Medium"/>
              <a:buNone/>
              <a:defRPr sz="4800">
                <a:solidFill>
                  <a:srgbClr val="F2515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4800"/>
              <a:buFont typeface="Fira Sans Extra Condensed Medium"/>
              <a:buNone/>
              <a:defRPr sz="4800">
                <a:solidFill>
                  <a:srgbClr val="F2515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4800"/>
              <a:buFont typeface="Fira Sans Extra Condensed Medium"/>
              <a:buNone/>
              <a:defRPr sz="4800">
                <a:solidFill>
                  <a:srgbClr val="F2515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4800"/>
              <a:buFont typeface="Fira Sans Extra Condensed Medium"/>
              <a:buNone/>
              <a:defRPr sz="4800">
                <a:solidFill>
                  <a:srgbClr val="F2515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4800"/>
              <a:buFont typeface="Fira Sans Extra Condensed Medium"/>
              <a:buNone/>
              <a:defRPr sz="4800">
                <a:solidFill>
                  <a:srgbClr val="F2515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4800"/>
              <a:buFont typeface="Fira Sans Extra Condensed Medium"/>
              <a:buNone/>
              <a:defRPr sz="4800">
                <a:solidFill>
                  <a:srgbClr val="F2515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4800"/>
              <a:buFont typeface="Fira Sans Extra Condensed Medium"/>
              <a:buNone/>
              <a:defRPr sz="4800">
                <a:solidFill>
                  <a:srgbClr val="F2515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4800"/>
              <a:buFont typeface="Fira Sans Extra Condensed Medium"/>
              <a:buNone/>
              <a:defRPr sz="4800">
                <a:solidFill>
                  <a:srgbClr val="F2515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50" name="Google Shape;150;p36"/>
          <p:cNvSpPr txBox="1"/>
          <p:nvPr>
            <p:ph idx="3" type="title"/>
          </p:nvPr>
        </p:nvSpPr>
        <p:spPr>
          <a:xfrm>
            <a:off x="4829526" y="3929900"/>
            <a:ext cx="3201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600"/>
              <a:buNone/>
              <a:defRPr sz="36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ira Sans Extra Condensed Medium"/>
              <a:buNone/>
              <a:defRPr sz="48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ira Sans Extra Condensed Medium"/>
              <a:buNone/>
              <a:defRPr sz="48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ira Sans Extra Condensed Medium"/>
              <a:buNone/>
              <a:defRPr sz="48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ira Sans Extra Condensed Medium"/>
              <a:buNone/>
              <a:defRPr sz="48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ira Sans Extra Condensed Medium"/>
              <a:buNone/>
              <a:defRPr sz="48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ira Sans Extra Condensed Medium"/>
              <a:buNone/>
              <a:defRPr sz="48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ira Sans Extra Condensed Medium"/>
              <a:buNone/>
              <a:defRPr sz="48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ira Sans Extra Condensed Medium"/>
              <a:buNone/>
              <a:defRPr sz="48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151" name="Google Shape;151;p36"/>
          <p:cNvSpPr txBox="1"/>
          <p:nvPr>
            <p:ph idx="4"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152" name="Google Shape;152;p36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">
  <p:cSld name="Quote "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7"/>
          <p:cNvSpPr/>
          <p:nvPr/>
        </p:nvSpPr>
        <p:spPr>
          <a:xfrm>
            <a:off x="713601" y="1188238"/>
            <a:ext cx="7716911" cy="2767030"/>
          </a:xfrm>
          <a:custGeom>
            <a:rect b="b" l="l" r="r" t="t"/>
            <a:pathLst>
              <a:path extrusionOk="0" h="4000" w="31690">
                <a:moveTo>
                  <a:pt x="0" y="1"/>
                </a:moveTo>
                <a:lnTo>
                  <a:pt x="0" y="4000"/>
                </a:lnTo>
                <a:lnTo>
                  <a:pt x="31690" y="4000"/>
                </a:lnTo>
                <a:lnTo>
                  <a:pt x="31690" y="1"/>
                </a:lnTo>
                <a:close/>
              </a:path>
            </a:pathLst>
          </a:cu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7"/>
          <p:cNvSpPr txBox="1"/>
          <p:nvPr>
            <p:ph idx="1" type="subTitle"/>
          </p:nvPr>
        </p:nvSpPr>
        <p:spPr>
          <a:xfrm>
            <a:off x="3034550" y="2219700"/>
            <a:ext cx="43191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None/>
              <a:defRPr sz="1400">
                <a:solidFill>
                  <a:srgbClr val="F3F3F3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56" name="Google Shape;156;p37"/>
          <p:cNvSpPr txBox="1"/>
          <p:nvPr>
            <p:ph type="ctrTitle"/>
          </p:nvPr>
        </p:nvSpPr>
        <p:spPr>
          <a:xfrm>
            <a:off x="4821350" y="2926900"/>
            <a:ext cx="2532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 ">
  <p:cSld name="Six columns "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8"/>
          <p:cNvSpPr/>
          <p:nvPr/>
        </p:nvSpPr>
        <p:spPr>
          <a:xfrm>
            <a:off x="5970538" y="3302725"/>
            <a:ext cx="1665300" cy="1310400"/>
          </a:xfrm>
          <a:prstGeom prst="rect">
            <a:avLst/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8"/>
          <p:cNvSpPr/>
          <p:nvPr/>
        </p:nvSpPr>
        <p:spPr>
          <a:xfrm>
            <a:off x="1508000" y="3302725"/>
            <a:ext cx="1665300" cy="1310400"/>
          </a:xfrm>
          <a:prstGeom prst="rect">
            <a:avLst/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8"/>
          <p:cNvSpPr/>
          <p:nvPr/>
        </p:nvSpPr>
        <p:spPr>
          <a:xfrm>
            <a:off x="3739263" y="1436950"/>
            <a:ext cx="1665300" cy="1310400"/>
          </a:xfrm>
          <a:prstGeom prst="rect">
            <a:avLst/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8"/>
          <p:cNvSpPr/>
          <p:nvPr/>
        </p:nvSpPr>
        <p:spPr>
          <a:xfrm>
            <a:off x="5970538" y="1436950"/>
            <a:ext cx="1665300" cy="1310400"/>
          </a:xfrm>
          <a:prstGeom prst="rect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8"/>
          <p:cNvSpPr/>
          <p:nvPr/>
        </p:nvSpPr>
        <p:spPr>
          <a:xfrm>
            <a:off x="3739263" y="3302725"/>
            <a:ext cx="1665300" cy="1310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8"/>
          <p:cNvSpPr/>
          <p:nvPr/>
        </p:nvSpPr>
        <p:spPr>
          <a:xfrm>
            <a:off x="1508000" y="1436950"/>
            <a:ext cx="1665300" cy="1310400"/>
          </a:xfrm>
          <a:prstGeom prst="rect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8"/>
          <p:cNvSpPr txBox="1"/>
          <p:nvPr>
            <p:ph idx="1" type="subTitle"/>
          </p:nvPr>
        </p:nvSpPr>
        <p:spPr>
          <a:xfrm>
            <a:off x="1657625" y="3739575"/>
            <a:ext cx="1366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65" name="Google Shape;165;p38"/>
          <p:cNvSpPr txBox="1"/>
          <p:nvPr>
            <p:ph type="ctrTitle"/>
          </p:nvPr>
        </p:nvSpPr>
        <p:spPr>
          <a:xfrm>
            <a:off x="1596025" y="3302725"/>
            <a:ext cx="1489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66" name="Google Shape;166;p38"/>
          <p:cNvSpPr txBox="1"/>
          <p:nvPr>
            <p:ph idx="2" type="subTitle"/>
          </p:nvPr>
        </p:nvSpPr>
        <p:spPr>
          <a:xfrm>
            <a:off x="3888813" y="3739575"/>
            <a:ext cx="1366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67" name="Google Shape;167;p38"/>
          <p:cNvSpPr txBox="1"/>
          <p:nvPr>
            <p:ph idx="3" type="ctrTitle"/>
          </p:nvPr>
        </p:nvSpPr>
        <p:spPr>
          <a:xfrm>
            <a:off x="3827438" y="3302725"/>
            <a:ext cx="1489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68" name="Google Shape;168;p38"/>
          <p:cNvSpPr txBox="1"/>
          <p:nvPr>
            <p:ph idx="4" type="subTitle"/>
          </p:nvPr>
        </p:nvSpPr>
        <p:spPr>
          <a:xfrm>
            <a:off x="6120044" y="3739575"/>
            <a:ext cx="1366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69" name="Google Shape;169;p38"/>
          <p:cNvSpPr txBox="1"/>
          <p:nvPr>
            <p:ph idx="5" type="ctrTitle"/>
          </p:nvPr>
        </p:nvSpPr>
        <p:spPr>
          <a:xfrm>
            <a:off x="6058600" y="3302725"/>
            <a:ext cx="1489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70" name="Google Shape;170;p38"/>
          <p:cNvSpPr txBox="1"/>
          <p:nvPr>
            <p:ph idx="6" type="subTitle"/>
          </p:nvPr>
        </p:nvSpPr>
        <p:spPr>
          <a:xfrm>
            <a:off x="1657625" y="1873800"/>
            <a:ext cx="1366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9pPr>
          </a:lstStyle>
          <a:p/>
        </p:txBody>
      </p:sp>
      <p:sp>
        <p:nvSpPr>
          <p:cNvPr id="171" name="Google Shape;171;p38"/>
          <p:cNvSpPr txBox="1"/>
          <p:nvPr>
            <p:ph idx="7" type="ctrTitle"/>
          </p:nvPr>
        </p:nvSpPr>
        <p:spPr>
          <a:xfrm>
            <a:off x="1596025" y="1436950"/>
            <a:ext cx="1489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9pPr>
          </a:lstStyle>
          <a:p/>
        </p:txBody>
      </p:sp>
      <p:sp>
        <p:nvSpPr>
          <p:cNvPr id="172" name="Google Shape;172;p38"/>
          <p:cNvSpPr txBox="1"/>
          <p:nvPr>
            <p:ph idx="8" type="subTitle"/>
          </p:nvPr>
        </p:nvSpPr>
        <p:spPr>
          <a:xfrm>
            <a:off x="3888813" y="1873800"/>
            <a:ext cx="1366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73" name="Google Shape;173;p38"/>
          <p:cNvSpPr txBox="1"/>
          <p:nvPr>
            <p:ph idx="9" type="ctrTitle"/>
          </p:nvPr>
        </p:nvSpPr>
        <p:spPr>
          <a:xfrm>
            <a:off x="3827438" y="1436950"/>
            <a:ext cx="1489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74" name="Google Shape;174;p38"/>
          <p:cNvSpPr txBox="1"/>
          <p:nvPr>
            <p:ph idx="13" type="subTitle"/>
          </p:nvPr>
        </p:nvSpPr>
        <p:spPr>
          <a:xfrm>
            <a:off x="6120044" y="1873800"/>
            <a:ext cx="1366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9pPr>
          </a:lstStyle>
          <a:p/>
        </p:txBody>
      </p:sp>
      <p:sp>
        <p:nvSpPr>
          <p:cNvPr id="175" name="Google Shape;175;p38"/>
          <p:cNvSpPr txBox="1"/>
          <p:nvPr>
            <p:ph idx="14" type="ctrTitle"/>
          </p:nvPr>
        </p:nvSpPr>
        <p:spPr>
          <a:xfrm>
            <a:off x="6058600" y="1436950"/>
            <a:ext cx="1489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9pPr>
          </a:lstStyle>
          <a:p/>
        </p:txBody>
      </p:sp>
      <p:sp>
        <p:nvSpPr>
          <p:cNvPr id="176" name="Google Shape;176;p38"/>
          <p:cNvSpPr txBox="1"/>
          <p:nvPr>
            <p:ph idx="15"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177" name="Google Shape;177;p38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2">
  <p:cSld name="Three columns 2"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9"/>
          <p:cNvSpPr/>
          <p:nvPr/>
        </p:nvSpPr>
        <p:spPr>
          <a:xfrm>
            <a:off x="1704375" y="2127200"/>
            <a:ext cx="1707000" cy="3016200"/>
          </a:xfrm>
          <a:prstGeom prst="rect">
            <a:avLst/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91287"/>
              </a:solidFill>
              <a:latin typeface="Antic Slab"/>
              <a:ea typeface="Antic Slab"/>
              <a:cs typeface="Antic Slab"/>
              <a:sym typeface="Antic Slab"/>
            </a:endParaRPr>
          </a:p>
        </p:txBody>
      </p:sp>
      <p:sp>
        <p:nvSpPr>
          <p:cNvPr id="180" name="Google Shape;180;p39"/>
          <p:cNvSpPr/>
          <p:nvPr/>
        </p:nvSpPr>
        <p:spPr>
          <a:xfrm>
            <a:off x="3663449" y="2127200"/>
            <a:ext cx="1777200" cy="3016200"/>
          </a:xfrm>
          <a:prstGeom prst="rect">
            <a:avLst/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91287"/>
              </a:solidFill>
              <a:latin typeface="Antic Slab"/>
              <a:ea typeface="Antic Slab"/>
              <a:cs typeface="Antic Slab"/>
              <a:sym typeface="Antic Slab"/>
            </a:endParaRPr>
          </a:p>
        </p:txBody>
      </p:sp>
      <p:sp>
        <p:nvSpPr>
          <p:cNvPr id="181" name="Google Shape;181;p39"/>
          <p:cNvSpPr/>
          <p:nvPr/>
        </p:nvSpPr>
        <p:spPr>
          <a:xfrm>
            <a:off x="5692725" y="2127200"/>
            <a:ext cx="1746900" cy="3016200"/>
          </a:xfrm>
          <a:prstGeom prst="rect">
            <a:avLst/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91287"/>
              </a:solidFill>
              <a:latin typeface="Antic Slab"/>
              <a:ea typeface="Antic Slab"/>
              <a:cs typeface="Antic Slab"/>
              <a:sym typeface="Antic Slab"/>
            </a:endParaRPr>
          </a:p>
        </p:txBody>
      </p:sp>
      <p:sp>
        <p:nvSpPr>
          <p:cNvPr id="182" name="Google Shape;182;p39"/>
          <p:cNvSpPr txBox="1"/>
          <p:nvPr>
            <p:ph idx="1" type="subTitle"/>
          </p:nvPr>
        </p:nvSpPr>
        <p:spPr>
          <a:xfrm>
            <a:off x="1789726" y="3173325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83" name="Google Shape;183;p39"/>
          <p:cNvSpPr txBox="1"/>
          <p:nvPr>
            <p:ph type="ctrTitle"/>
          </p:nvPr>
        </p:nvSpPr>
        <p:spPr>
          <a:xfrm>
            <a:off x="1732576" y="2595525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84" name="Google Shape;184;p39"/>
          <p:cNvSpPr txBox="1"/>
          <p:nvPr>
            <p:ph idx="2" type="subTitle"/>
          </p:nvPr>
        </p:nvSpPr>
        <p:spPr>
          <a:xfrm>
            <a:off x="3783900" y="3173325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85" name="Google Shape;185;p39"/>
          <p:cNvSpPr txBox="1"/>
          <p:nvPr>
            <p:ph idx="3" type="ctrTitle"/>
          </p:nvPr>
        </p:nvSpPr>
        <p:spPr>
          <a:xfrm>
            <a:off x="3726750" y="2595525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86" name="Google Shape;186;p39"/>
          <p:cNvSpPr txBox="1"/>
          <p:nvPr>
            <p:ph idx="4" type="subTitle"/>
          </p:nvPr>
        </p:nvSpPr>
        <p:spPr>
          <a:xfrm>
            <a:off x="5798026" y="3173325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87" name="Google Shape;187;p39"/>
          <p:cNvSpPr txBox="1"/>
          <p:nvPr>
            <p:ph idx="5" type="ctrTitle"/>
          </p:nvPr>
        </p:nvSpPr>
        <p:spPr>
          <a:xfrm>
            <a:off x="5740876" y="2595525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88" name="Google Shape;188;p39"/>
          <p:cNvSpPr txBox="1"/>
          <p:nvPr>
            <p:ph idx="6"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189" name="Google Shape;189;p39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39"/>
          <p:cNvSpPr/>
          <p:nvPr/>
        </p:nvSpPr>
        <p:spPr>
          <a:xfrm>
            <a:off x="2106050" y="1691925"/>
            <a:ext cx="903600" cy="903600"/>
          </a:xfrm>
          <a:prstGeom prst="rect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9"/>
          <p:cNvSpPr/>
          <p:nvPr/>
        </p:nvSpPr>
        <p:spPr>
          <a:xfrm>
            <a:off x="4100250" y="1691925"/>
            <a:ext cx="903600" cy="903600"/>
          </a:xfrm>
          <a:prstGeom prst="rect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9"/>
          <p:cNvSpPr/>
          <p:nvPr/>
        </p:nvSpPr>
        <p:spPr>
          <a:xfrm>
            <a:off x="6094450" y="1691925"/>
            <a:ext cx="903600" cy="903600"/>
          </a:xfrm>
          <a:prstGeom prst="rect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3">
  <p:cSld name="Three columns 3"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0"/>
          <p:cNvSpPr/>
          <p:nvPr/>
        </p:nvSpPr>
        <p:spPr>
          <a:xfrm>
            <a:off x="1704376" y="1874700"/>
            <a:ext cx="1707000" cy="1958700"/>
          </a:xfrm>
          <a:prstGeom prst="rect">
            <a:avLst/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91287"/>
              </a:solidFill>
              <a:latin typeface="Antic Slab"/>
              <a:ea typeface="Antic Slab"/>
              <a:cs typeface="Antic Slab"/>
              <a:sym typeface="Antic Slab"/>
            </a:endParaRPr>
          </a:p>
        </p:txBody>
      </p:sp>
      <p:sp>
        <p:nvSpPr>
          <p:cNvPr id="195" name="Google Shape;195;p40"/>
          <p:cNvSpPr/>
          <p:nvPr/>
        </p:nvSpPr>
        <p:spPr>
          <a:xfrm>
            <a:off x="3663450" y="1874700"/>
            <a:ext cx="1777200" cy="1958700"/>
          </a:xfrm>
          <a:prstGeom prst="rect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91287"/>
              </a:solidFill>
              <a:latin typeface="Antic Slab"/>
              <a:ea typeface="Antic Slab"/>
              <a:cs typeface="Antic Slab"/>
              <a:sym typeface="Antic Slab"/>
            </a:endParaRPr>
          </a:p>
        </p:txBody>
      </p:sp>
      <p:sp>
        <p:nvSpPr>
          <p:cNvPr id="196" name="Google Shape;196;p40"/>
          <p:cNvSpPr/>
          <p:nvPr/>
        </p:nvSpPr>
        <p:spPr>
          <a:xfrm>
            <a:off x="5692726" y="1874700"/>
            <a:ext cx="1746900" cy="1958700"/>
          </a:xfrm>
          <a:prstGeom prst="rect">
            <a:avLst/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91287"/>
              </a:solidFill>
              <a:latin typeface="Antic Slab"/>
              <a:ea typeface="Antic Slab"/>
              <a:cs typeface="Antic Slab"/>
              <a:sym typeface="Antic Slab"/>
            </a:endParaRPr>
          </a:p>
        </p:txBody>
      </p:sp>
      <p:sp>
        <p:nvSpPr>
          <p:cNvPr id="197" name="Google Shape;197;p40"/>
          <p:cNvSpPr txBox="1"/>
          <p:nvPr>
            <p:ph idx="1" type="subTitle"/>
          </p:nvPr>
        </p:nvSpPr>
        <p:spPr>
          <a:xfrm>
            <a:off x="1789726" y="2687500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98" name="Google Shape;198;p40"/>
          <p:cNvSpPr txBox="1"/>
          <p:nvPr>
            <p:ph type="ctrTitle"/>
          </p:nvPr>
        </p:nvSpPr>
        <p:spPr>
          <a:xfrm>
            <a:off x="1732576" y="2250650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99" name="Google Shape;199;p40"/>
          <p:cNvSpPr txBox="1"/>
          <p:nvPr>
            <p:ph idx="2" type="subTitle"/>
          </p:nvPr>
        </p:nvSpPr>
        <p:spPr>
          <a:xfrm>
            <a:off x="3783900" y="2687500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9pPr>
          </a:lstStyle>
          <a:p/>
        </p:txBody>
      </p:sp>
      <p:sp>
        <p:nvSpPr>
          <p:cNvPr id="200" name="Google Shape;200;p40"/>
          <p:cNvSpPr txBox="1"/>
          <p:nvPr>
            <p:ph idx="3" type="ctrTitle"/>
          </p:nvPr>
        </p:nvSpPr>
        <p:spPr>
          <a:xfrm>
            <a:off x="3726750" y="2250650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9pPr>
          </a:lstStyle>
          <a:p/>
        </p:txBody>
      </p:sp>
      <p:sp>
        <p:nvSpPr>
          <p:cNvPr id="201" name="Google Shape;201;p40"/>
          <p:cNvSpPr txBox="1"/>
          <p:nvPr>
            <p:ph idx="4" type="subTitle"/>
          </p:nvPr>
        </p:nvSpPr>
        <p:spPr>
          <a:xfrm>
            <a:off x="5798026" y="2687500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02" name="Google Shape;202;p40"/>
          <p:cNvSpPr txBox="1"/>
          <p:nvPr>
            <p:ph idx="5" type="ctrTitle"/>
          </p:nvPr>
        </p:nvSpPr>
        <p:spPr>
          <a:xfrm>
            <a:off x="5740876" y="2250650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03" name="Google Shape;203;p40"/>
          <p:cNvSpPr txBox="1"/>
          <p:nvPr>
            <p:ph idx="6"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204" name="Google Shape;204;p40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+ design 1">
  <p:cSld name="Title + text + design 1"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1"/>
          <p:cNvSpPr/>
          <p:nvPr/>
        </p:nvSpPr>
        <p:spPr>
          <a:xfrm flipH="1">
            <a:off x="-84379" y="1749625"/>
            <a:ext cx="4712579" cy="3393868"/>
          </a:xfrm>
          <a:custGeom>
            <a:rect b="b" l="l" r="r" t="t"/>
            <a:pathLst>
              <a:path extrusionOk="0" h="31998" w="44430">
                <a:moveTo>
                  <a:pt x="40231" y="1"/>
                </a:moveTo>
                <a:cubicBezTo>
                  <a:pt x="38589" y="1"/>
                  <a:pt x="36930" y="353"/>
                  <a:pt x="35422" y="1000"/>
                </a:cubicBezTo>
                <a:cubicBezTo>
                  <a:pt x="32332" y="2320"/>
                  <a:pt x="29794" y="4800"/>
                  <a:pt x="27981" y="7643"/>
                </a:cubicBezTo>
                <a:cubicBezTo>
                  <a:pt x="26298" y="10181"/>
                  <a:pt x="25021" y="13140"/>
                  <a:pt x="22483" y="14780"/>
                </a:cubicBezTo>
                <a:cubicBezTo>
                  <a:pt x="20612" y="15925"/>
                  <a:pt x="18378" y="16172"/>
                  <a:pt x="16260" y="16535"/>
                </a:cubicBezTo>
                <a:cubicBezTo>
                  <a:pt x="13664" y="16955"/>
                  <a:pt x="11068" y="17434"/>
                  <a:pt x="8645" y="18464"/>
                </a:cubicBezTo>
                <a:cubicBezTo>
                  <a:pt x="6223" y="19436"/>
                  <a:pt x="3931" y="21002"/>
                  <a:pt x="2423" y="23178"/>
                </a:cubicBezTo>
                <a:cubicBezTo>
                  <a:pt x="667" y="25716"/>
                  <a:pt x="116" y="28922"/>
                  <a:pt x="0" y="31997"/>
                </a:cubicBezTo>
                <a:lnTo>
                  <a:pt x="43515" y="31997"/>
                </a:lnTo>
                <a:cubicBezTo>
                  <a:pt x="43994" y="31997"/>
                  <a:pt x="44429" y="31576"/>
                  <a:pt x="44429" y="31098"/>
                </a:cubicBezTo>
                <a:lnTo>
                  <a:pt x="44429" y="869"/>
                </a:lnTo>
                <a:cubicBezTo>
                  <a:pt x="43122" y="277"/>
                  <a:pt x="41683" y="1"/>
                  <a:pt x="40231" y="1"/>
                </a:cubicBezTo>
                <a:close/>
              </a:path>
            </a:pathLst>
          </a:cu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1"/>
          <p:cNvSpPr/>
          <p:nvPr/>
        </p:nvSpPr>
        <p:spPr>
          <a:xfrm flipH="1" rot="5400000">
            <a:off x="5090700" y="1368625"/>
            <a:ext cx="2626800" cy="27396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1"/>
          <p:cNvSpPr txBox="1"/>
          <p:nvPr>
            <p:ph idx="1" type="subTitle"/>
          </p:nvPr>
        </p:nvSpPr>
        <p:spPr>
          <a:xfrm flipH="1">
            <a:off x="5366590" y="1846225"/>
            <a:ext cx="2132100" cy="17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09" name="Google Shape;209;p41"/>
          <p:cNvSpPr/>
          <p:nvPr/>
        </p:nvSpPr>
        <p:spPr>
          <a:xfrm>
            <a:off x="843200" y="987800"/>
            <a:ext cx="404700" cy="404700"/>
          </a:xfrm>
          <a:prstGeom prst="ellipse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1"/>
          <p:cNvSpPr/>
          <p:nvPr/>
        </p:nvSpPr>
        <p:spPr>
          <a:xfrm>
            <a:off x="1426400" y="875375"/>
            <a:ext cx="91500" cy="91500"/>
          </a:xfrm>
          <a:prstGeom prst="ellipse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1"/>
          <p:cNvSpPr/>
          <p:nvPr/>
        </p:nvSpPr>
        <p:spPr>
          <a:xfrm>
            <a:off x="4377575" y="3896825"/>
            <a:ext cx="91500" cy="91500"/>
          </a:xfrm>
          <a:prstGeom prst="ellipse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1"/>
          <p:cNvSpPr/>
          <p:nvPr/>
        </p:nvSpPr>
        <p:spPr>
          <a:xfrm>
            <a:off x="4628200" y="4051825"/>
            <a:ext cx="91500" cy="91500"/>
          </a:xfrm>
          <a:prstGeom prst="ellipse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1"/>
          <p:cNvSpPr txBox="1"/>
          <p:nvPr>
            <p:ph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214" name="Google Shape;214;p41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4">
  <p:cSld name="Three columns 4"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42"/>
          <p:cNvGrpSpPr/>
          <p:nvPr/>
        </p:nvGrpSpPr>
        <p:grpSpPr>
          <a:xfrm flipH="1" rot="10800000">
            <a:off x="0" y="-548076"/>
            <a:ext cx="5965752" cy="4187397"/>
            <a:chOff x="103" y="1456667"/>
            <a:chExt cx="5909610" cy="4187397"/>
          </a:xfrm>
        </p:grpSpPr>
        <p:grpSp>
          <p:nvGrpSpPr>
            <p:cNvPr id="217" name="Google Shape;217;p42"/>
            <p:cNvGrpSpPr/>
            <p:nvPr/>
          </p:nvGrpSpPr>
          <p:grpSpPr>
            <a:xfrm>
              <a:off x="353847" y="1456667"/>
              <a:ext cx="5555866" cy="4187397"/>
              <a:chOff x="2534179" y="3686075"/>
              <a:chExt cx="1481446" cy="1116550"/>
            </a:xfrm>
          </p:grpSpPr>
          <p:sp>
            <p:nvSpPr>
              <p:cNvPr id="218" name="Google Shape;218;p42"/>
              <p:cNvSpPr/>
              <p:nvPr/>
            </p:nvSpPr>
            <p:spPr>
              <a:xfrm>
                <a:off x="2675325" y="3841600"/>
                <a:ext cx="1340300" cy="961025"/>
              </a:xfrm>
              <a:custGeom>
                <a:rect b="b" l="l" r="r" t="t"/>
                <a:pathLst>
                  <a:path extrusionOk="0" h="38441" w="53612">
                    <a:moveTo>
                      <a:pt x="39043" y="3843"/>
                    </a:moveTo>
                    <a:cubicBezTo>
                      <a:pt x="40256" y="3843"/>
                      <a:pt x="41202" y="4963"/>
                      <a:pt x="40977" y="6167"/>
                    </a:cubicBezTo>
                    <a:cubicBezTo>
                      <a:pt x="40861" y="7023"/>
                      <a:pt x="40194" y="7690"/>
                      <a:pt x="39411" y="7806"/>
                    </a:cubicBezTo>
                    <a:cubicBezTo>
                      <a:pt x="39289" y="7828"/>
                      <a:pt x="39168" y="7838"/>
                      <a:pt x="39051" y="7838"/>
                    </a:cubicBezTo>
                    <a:cubicBezTo>
                      <a:pt x="37828" y="7838"/>
                      <a:pt x="36893" y="6718"/>
                      <a:pt x="37105" y="5514"/>
                    </a:cubicBezTo>
                    <a:cubicBezTo>
                      <a:pt x="37235" y="4658"/>
                      <a:pt x="37888" y="3991"/>
                      <a:pt x="38686" y="3875"/>
                    </a:cubicBezTo>
                    <a:cubicBezTo>
                      <a:pt x="38807" y="3853"/>
                      <a:pt x="38926" y="3843"/>
                      <a:pt x="39043" y="3843"/>
                    </a:cubicBezTo>
                    <a:close/>
                    <a:moveTo>
                      <a:pt x="38299" y="0"/>
                    </a:moveTo>
                    <a:cubicBezTo>
                      <a:pt x="36202" y="0"/>
                      <a:pt x="34126" y="782"/>
                      <a:pt x="32579" y="2251"/>
                    </a:cubicBezTo>
                    <a:cubicBezTo>
                      <a:pt x="31970" y="2845"/>
                      <a:pt x="31187" y="3208"/>
                      <a:pt x="30215" y="3208"/>
                    </a:cubicBezTo>
                    <a:cubicBezTo>
                      <a:pt x="29736" y="3208"/>
                      <a:pt x="29257" y="3092"/>
                      <a:pt x="28822" y="2903"/>
                    </a:cubicBezTo>
                    <a:cubicBezTo>
                      <a:pt x="27607" y="2337"/>
                      <a:pt x="26320" y="2053"/>
                      <a:pt x="25050" y="2053"/>
                    </a:cubicBezTo>
                    <a:cubicBezTo>
                      <a:pt x="23228" y="2053"/>
                      <a:pt x="21441" y="2638"/>
                      <a:pt x="19945" y="3817"/>
                    </a:cubicBezTo>
                    <a:cubicBezTo>
                      <a:pt x="18437" y="5079"/>
                      <a:pt x="17102" y="6602"/>
                      <a:pt x="16014" y="8227"/>
                    </a:cubicBezTo>
                    <a:cubicBezTo>
                      <a:pt x="14201" y="11128"/>
                      <a:pt x="11605" y="13419"/>
                      <a:pt x="8457" y="14696"/>
                    </a:cubicBezTo>
                    <a:cubicBezTo>
                      <a:pt x="8225" y="14812"/>
                      <a:pt x="7978" y="14942"/>
                      <a:pt x="7790" y="15000"/>
                    </a:cubicBezTo>
                    <a:cubicBezTo>
                      <a:pt x="5861" y="15900"/>
                      <a:pt x="4657" y="17960"/>
                      <a:pt x="4889" y="20077"/>
                    </a:cubicBezTo>
                    <a:cubicBezTo>
                      <a:pt x="4961" y="20251"/>
                      <a:pt x="4961" y="20440"/>
                      <a:pt x="4889" y="20672"/>
                    </a:cubicBezTo>
                    <a:cubicBezTo>
                      <a:pt x="4773" y="21528"/>
                      <a:pt x="4106" y="22253"/>
                      <a:pt x="3206" y="22369"/>
                    </a:cubicBezTo>
                    <a:lnTo>
                      <a:pt x="3148" y="22369"/>
                    </a:lnTo>
                    <a:cubicBezTo>
                      <a:pt x="1393" y="22616"/>
                      <a:pt x="59" y="24066"/>
                      <a:pt x="1" y="25821"/>
                    </a:cubicBezTo>
                    <a:lnTo>
                      <a:pt x="1" y="25879"/>
                    </a:lnTo>
                    <a:cubicBezTo>
                      <a:pt x="1" y="32827"/>
                      <a:pt x="6949" y="38441"/>
                      <a:pt x="15536" y="38441"/>
                    </a:cubicBezTo>
                    <a:cubicBezTo>
                      <a:pt x="18611" y="38441"/>
                      <a:pt x="21512" y="37715"/>
                      <a:pt x="23934" y="36453"/>
                    </a:cubicBezTo>
                    <a:cubicBezTo>
                      <a:pt x="26404" y="35103"/>
                      <a:pt x="29139" y="34382"/>
                      <a:pt x="31903" y="34382"/>
                    </a:cubicBezTo>
                    <a:cubicBezTo>
                      <a:pt x="32109" y="34382"/>
                      <a:pt x="32315" y="34386"/>
                      <a:pt x="32521" y="34394"/>
                    </a:cubicBezTo>
                    <a:lnTo>
                      <a:pt x="33536" y="34394"/>
                    </a:lnTo>
                    <a:cubicBezTo>
                      <a:pt x="44604" y="34394"/>
                      <a:pt x="53611" y="26547"/>
                      <a:pt x="53611" y="16814"/>
                    </a:cubicBezTo>
                    <a:cubicBezTo>
                      <a:pt x="53611" y="9503"/>
                      <a:pt x="48535" y="3208"/>
                      <a:pt x="41282" y="553"/>
                    </a:cubicBezTo>
                    <a:cubicBezTo>
                      <a:pt x="40321" y="181"/>
                      <a:pt x="39307" y="0"/>
                      <a:pt x="38299" y="0"/>
                    </a:cubicBezTo>
                    <a:close/>
                  </a:path>
                </a:pathLst>
              </a:custGeom>
              <a:solidFill>
                <a:srgbClr val="FFD8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42"/>
              <p:cNvSpPr/>
              <p:nvPr/>
            </p:nvSpPr>
            <p:spPr>
              <a:xfrm>
                <a:off x="3646800" y="3686075"/>
                <a:ext cx="90675" cy="89225"/>
              </a:xfrm>
              <a:custGeom>
                <a:rect b="b" l="l" r="r" t="t"/>
                <a:pathLst>
                  <a:path extrusionOk="0" h="3569" w="3627">
                    <a:moveTo>
                      <a:pt x="1814" y="1"/>
                    </a:moveTo>
                    <a:cubicBezTo>
                      <a:pt x="842" y="1"/>
                      <a:pt x="1" y="784"/>
                      <a:pt x="1" y="1814"/>
                    </a:cubicBezTo>
                    <a:cubicBezTo>
                      <a:pt x="1" y="2786"/>
                      <a:pt x="842" y="3569"/>
                      <a:pt x="1814" y="3569"/>
                    </a:cubicBezTo>
                    <a:cubicBezTo>
                      <a:pt x="2786" y="3569"/>
                      <a:pt x="3627" y="2786"/>
                      <a:pt x="3627" y="1814"/>
                    </a:cubicBezTo>
                    <a:cubicBezTo>
                      <a:pt x="3627" y="784"/>
                      <a:pt x="2786" y="1"/>
                      <a:pt x="1814" y="1"/>
                    </a:cubicBezTo>
                    <a:close/>
                  </a:path>
                </a:pathLst>
              </a:custGeom>
              <a:solidFill>
                <a:srgbClr val="FFD8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42"/>
              <p:cNvSpPr/>
              <p:nvPr/>
            </p:nvSpPr>
            <p:spPr>
              <a:xfrm>
                <a:off x="2534179" y="3874193"/>
                <a:ext cx="152675" cy="152700"/>
              </a:xfrm>
              <a:custGeom>
                <a:rect b="b" l="l" r="r" t="t"/>
                <a:pathLst>
                  <a:path extrusionOk="0" h="6108" w="6107">
                    <a:moveTo>
                      <a:pt x="3075" y="0"/>
                    </a:moveTo>
                    <a:cubicBezTo>
                      <a:pt x="1393" y="0"/>
                      <a:pt x="0" y="1335"/>
                      <a:pt x="0" y="3018"/>
                    </a:cubicBezTo>
                    <a:cubicBezTo>
                      <a:pt x="0" y="4715"/>
                      <a:pt x="1393" y="6107"/>
                      <a:pt x="3075" y="6107"/>
                    </a:cubicBezTo>
                    <a:cubicBezTo>
                      <a:pt x="4772" y="6107"/>
                      <a:pt x="6107" y="4715"/>
                      <a:pt x="6107" y="3018"/>
                    </a:cubicBezTo>
                    <a:cubicBezTo>
                      <a:pt x="6107" y="1335"/>
                      <a:pt x="4772" y="0"/>
                      <a:pt x="3075" y="0"/>
                    </a:cubicBezTo>
                    <a:close/>
                  </a:path>
                </a:pathLst>
              </a:custGeom>
              <a:solidFill>
                <a:srgbClr val="FFD8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42"/>
              <p:cNvSpPr/>
              <p:nvPr/>
            </p:nvSpPr>
            <p:spPr>
              <a:xfrm>
                <a:off x="2696350" y="3955150"/>
                <a:ext cx="54425" cy="55875"/>
              </a:xfrm>
              <a:custGeom>
                <a:rect b="b" l="l" r="r" t="t"/>
                <a:pathLst>
                  <a:path extrusionOk="0" h="2235" w="2177">
                    <a:moveTo>
                      <a:pt x="1089" y="0"/>
                    </a:moveTo>
                    <a:cubicBezTo>
                      <a:pt x="494" y="0"/>
                      <a:pt x="1" y="537"/>
                      <a:pt x="1" y="1146"/>
                    </a:cubicBezTo>
                    <a:cubicBezTo>
                      <a:pt x="1" y="1755"/>
                      <a:pt x="494" y="2234"/>
                      <a:pt x="1089" y="2234"/>
                    </a:cubicBezTo>
                    <a:cubicBezTo>
                      <a:pt x="1698" y="2234"/>
                      <a:pt x="2177" y="1755"/>
                      <a:pt x="2177" y="1146"/>
                    </a:cubicBezTo>
                    <a:cubicBezTo>
                      <a:pt x="2177" y="537"/>
                      <a:pt x="1698" y="0"/>
                      <a:pt x="1089" y="0"/>
                    </a:cubicBezTo>
                    <a:close/>
                  </a:path>
                </a:pathLst>
              </a:custGeom>
              <a:solidFill>
                <a:srgbClr val="FFD8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2" name="Google Shape;222;p42"/>
            <p:cNvSpPr/>
            <p:nvPr/>
          </p:nvSpPr>
          <p:spPr>
            <a:xfrm flipH="1">
              <a:off x="103" y="1955775"/>
              <a:ext cx="4426672" cy="3254997"/>
            </a:xfrm>
            <a:custGeom>
              <a:rect b="b" l="l" r="r" t="t"/>
              <a:pathLst>
                <a:path extrusionOk="0" h="31998" w="44430">
                  <a:moveTo>
                    <a:pt x="40231" y="1"/>
                  </a:moveTo>
                  <a:cubicBezTo>
                    <a:pt x="38589" y="1"/>
                    <a:pt x="36930" y="353"/>
                    <a:pt x="35422" y="1000"/>
                  </a:cubicBezTo>
                  <a:cubicBezTo>
                    <a:pt x="32332" y="2320"/>
                    <a:pt x="29794" y="4800"/>
                    <a:pt x="27981" y="7643"/>
                  </a:cubicBezTo>
                  <a:cubicBezTo>
                    <a:pt x="26298" y="10181"/>
                    <a:pt x="25021" y="13140"/>
                    <a:pt x="22483" y="14780"/>
                  </a:cubicBezTo>
                  <a:cubicBezTo>
                    <a:pt x="20612" y="15925"/>
                    <a:pt x="18378" y="16172"/>
                    <a:pt x="16260" y="16535"/>
                  </a:cubicBezTo>
                  <a:cubicBezTo>
                    <a:pt x="13664" y="16955"/>
                    <a:pt x="11068" y="17434"/>
                    <a:pt x="8645" y="18464"/>
                  </a:cubicBezTo>
                  <a:cubicBezTo>
                    <a:pt x="6223" y="19436"/>
                    <a:pt x="3931" y="21002"/>
                    <a:pt x="2423" y="23178"/>
                  </a:cubicBezTo>
                  <a:cubicBezTo>
                    <a:pt x="667" y="25716"/>
                    <a:pt x="116" y="28922"/>
                    <a:pt x="0" y="31997"/>
                  </a:cubicBezTo>
                  <a:lnTo>
                    <a:pt x="43515" y="31997"/>
                  </a:lnTo>
                  <a:cubicBezTo>
                    <a:pt x="43994" y="31997"/>
                    <a:pt x="44429" y="31576"/>
                    <a:pt x="44429" y="31098"/>
                  </a:cubicBezTo>
                  <a:lnTo>
                    <a:pt x="44429" y="869"/>
                  </a:lnTo>
                  <a:cubicBezTo>
                    <a:pt x="43122" y="277"/>
                    <a:pt x="41683" y="1"/>
                    <a:pt x="40231" y="1"/>
                  </a:cubicBezTo>
                  <a:close/>
                </a:path>
              </a:pathLst>
            </a:custGeom>
            <a:solidFill>
              <a:srgbClr val="FFD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42"/>
            <p:cNvSpPr/>
            <p:nvPr/>
          </p:nvSpPr>
          <p:spPr>
            <a:xfrm flipH="1" rot="10800000">
              <a:off x="1178568" y="1849738"/>
              <a:ext cx="107776" cy="106044"/>
            </a:xfrm>
            <a:custGeom>
              <a:rect b="b" l="l" r="r" t="t"/>
              <a:pathLst>
                <a:path extrusionOk="0" h="3569" w="3627">
                  <a:moveTo>
                    <a:pt x="1814" y="1"/>
                  </a:moveTo>
                  <a:cubicBezTo>
                    <a:pt x="842" y="1"/>
                    <a:pt x="1" y="784"/>
                    <a:pt x="1" y="1814"/>
                  </a:cubicBezTo>
                  <a:cubicBezTo>
                    <a:pt x="1" y="2786"/>
                    <a:pt x="842" y="3569"/>
                    <a:pt x="1814" y="3569"/>
                  </a:cubicBezTo>
                  <a:cubicBezTo>
                    <a:pt x="2786" y="3569"/>
                    <a:pt x="3627" y="2786"/>
                    <a:pt x="3627" y="1814"/>
                  </a:cubicBezTo>
                  <a:cubicBezTo>
                    <a:pt x="3627" y="784"/>
                    <a:pt x="2786" y="1"/>
                    <a:pt x="1814" y="1"/>
                  </a:cubicBezTo>
                  <a:close/>
                </a:path>
              </a:pathLst>
            </a:custGeom>
            <a:solidFill>
              <a:srgbClr val="FFD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42"/>
            <p:cNvSpPr/>
            <p:nvPr/>
          </p:nvSpPr>
          <p:spPr>
            <a:xfrm flipH="1" rot="10800000">
              <a:off x="788275" y="1486674"/>
              <a:ext cx="64690" cy="66407"/>
            </a:xfrm>
            <a:custGeom>
              <a:rect b="b" l="l" r="r" t="t"/>
              <a:pathLst>
                <a:path extrusionOk="0" h="2235" w="2177">
                  <a:moveTo>
                    <a:pt x="1089" y="0"/>
                  </a:moveTo>
                  <a:cubicBezTo>
                    <a:pt x="494" y="0"/>
                    <a:pt x="1" y="537"/>
                    <a:pt x="1" y="1146"/>
                  </a:cubicBezTo>
                  <a:cubicBezTo>
                    <a:pt x="1" y="1755"/>
                    <a:pt x="494" y="2234"/>
                    <a:pt x="1089" y="2234"/>
                  </a:cubicBezTo>
                  <a:cubicBezTo>
                    <a:pt x="1698" y="2234"/>
                    <a:pt x="2177" y="1755"/>
                    <a:pt x="2177" y="1146"/>
                  </a:cubicBezTo>
                  <a:cubicBezTo>
                    <a:pt x="2177" y="537"/>
                    <a:pt x="1698" y="0"/>
                    <a:pt x="1089" y="0"/>
                  </a:cubicBezTo>
                  <a:close/>
                </a:path>
              </a:pathLst>
            </a:custGeom>
            <a:solidFill>
              <a:srgbClr val="FFD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5" name="Google Shape;225;p42"/>
          <p:cNvSpPr/>
          <p:nvPr/>
        </p:nvSpPr>
        <p:spPr>
          <a:xfrm>
            <a:off x="713500" y="3482250"/>
            <a:ext cx="7716990" cy="1429500"/>
          </a:xfrm>
          <a:custGeom>
            <a:rect b="b" l="l" r="r" t="t"/>
            <a:pathLst>
              <a:path extrusionOk="0" h="4000" w="31690">
                <a:moveTo>
                  <a:pt x="0" y="1"/>
                </a:moveTo>
                <a:lnTo>
                  <a:pt x="0" y="4000"/>
                </a:lnTo>
                <a:lnTo>
                  <a:pt x="31690" y="4000"/>
                </a:lnTo>
                <a:lnTo>
                  <a:pt x="31690" y="1"/>
                </a:lnTo>
                <a:close/>
              </a:path>
            </a:pathLst>
          </a:cu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2"/>
          <p:cNvSpPr txBox="1"/>
          <p:nvPr>
            <p:ph idx="1" type="subTitle"/>
          </p:nvPr>
        </p:nvSpPr>
        <p:spPr>
          <a:xfrm>
            <a:off x="1717025" y="3988700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27" name="Google Shape;227;p42"/>
          <p:cNvSpPr txBox="1"/>
          <p:nvPr>
            <p:ph type="ctrTitle"/>
          </p:nvPr>
        </p:nvSpPr>
        <p:spPr>
          <a:xfrm>
            <a:off x="1659977" y="3551850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28" name="Google Shape;228;p42"/>
          <p:cNvSpPr txBox="1"/>
          <p:nvPr>
            <p:ph idx="2" type="subTitle"/>
          </p:nvPr>
        </p:nvSpPr>
        <p:spPr>
          <a:xfrm>
            <a:off x="3803800" y="3988700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29" name="Google Shape;229;p42"/>
          <p:cNvSpPr txBox="1"/>
          <p:nvPr>
            <p:ph idx="3" type="ctrTitle"/>
          </p:nvPr>
        </p:nvSpPr>
        <p:spPr>
          <a:xfrm>
            <a:off x="3746752" y="3551850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30" name="Google Shape;230;p42"/>
          <p:cNvSpPr txBox="1"/>
          <p:nvPr>
            <p:ph idx="4" type="subTitle"/>
          </p:nvPr>
        </p:nvSpPr>
        <p:spPr>
          <a:xfrm>
            <a:off x="5890575" y="3988700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31" name="Google Shape;231;p42"/>
          <p:cNvSpPr txBox="1"/>
          <p:nvPr>
            <p:ph idx="5" type="ctrTitle"/>
          </p:nvPr>
        </p:nvSpPr>
        <p:spPr>
          <a:xfrm>
            <a:off x="5833527" y="3551850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32" name="Google Shape;232;p42"/>
          <p:cNvSpPr/>
          <p:nvPr/>
        </p:nvSpPr>
        <p:spPr>
          <a:xfrm>
            <a:off x="491900" y="1301125"/>
            <a:ext cx="404700" cy="404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2"/>
          <p:cNvSpPr/>
          <p:nvPr/>
        </p:nvSpPr>
        <p:spPr>
          <a:xfrm>
            <a:off x="1189660" y="1559231"/>
            <a:ext cx="108801" cy="106044"/>
          </a:xfrm>
          <a:custGeom>
            <a:rect b="b" l="l" r="r" t="t"/>
            <a:pathLst>
              <a:path extrusionOk="0" h="3569" w="3627">
                <a:moveTo>
                  <a:pt x="1814" y="1"/>
                </a:moveTo>
                <a:cubicBezTo>
                  <a:pt x="842" y="1"/>
                  <a:pt x="1" y="784"/>
                  <a:pt x="1" y="1814"/>
                </a:cubicBezTo>
                <a:cubicBezTo>
                  <a:pt x="1" y="2786"/>
                  <a:pt x="842" y="3569"/>
                  <a:pt x="1814" y="3569"/>
                </a:cubicBezTo>
                <a:cubicBezTo>
                  <a:pt x="2786" y="3569"/>
                  <a:pt x="3627" y="2786"/>
                  <a:pt x="3627" y="1814"/>
                </a:cubicBezTo>
                <a:cubicBezTo>
                  <a:pt x="3627" y="784"/>
                  <a:pt x="2786" y="1"/>
                  <a:pt x="181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2"/>
          <p:cNvSpPr/>
          <p:nvPr/>
        </p:nvSpPr>
        <p:spPr>
          <a:xfrm>
            <a:off x="6972585" y="1705831"/>
            <a:ext cx="108801" cy="106044"/>
          </a:xfrm>
          <a:custGeom>
            <a:rect b="b" l="l" r="r" t="t"/>
            <a:pathLst>
              <a:path extrusionOk="0" h="3569" w="3627">
                <a:moveTo>
                  <a:pt x="1814" y="1"/>
                </a:moveTo>
                <a:cubicBezTo>
                  <a:pt x="842" y="1"/>
                  <a:pt x="1" y="784"/>
                  <a:pt x="1" y="1814"/>
                </a:cubicBezTo>
                <a:cubicBezTo>
                  <a:pt x="1" y="2786"/>
                  <a:pt x="842" y="3569"/>
                  <a:pt x="1814" y="3569"/>
                </a:cubicBezTo>
                <a:cubicBezTo>
                  <a:pt x="2786" y="3569"/>
                  <a:pt x="3627" y="2786"/>
                  <a:pt x="3627" y="1814"/>
                </a:cubicBezTo>
                <a:cubicBezTo>
                  <a:pt x="3627" y="784"/>
                  <a:pt x="2786" y="1"/>
                  <a:pt x="1814" y="1"/>
                </a:cubicBezTo>
                <a:close/>
              </a:path>
            </a:pathLst>
          </a:cu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2"/>
          <p:cNvSpPr txBox="1"/>
          <p:nvPr>
            <p:ph idx="6"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236" name="Google Shape;236;p42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+ design 3">
  <p:cSld name="Title + text + design 3">
    <p:bg>
      <p:bgPr>
        <a:solidFill>
          <a:srgbClr val="F2515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3"/>
          <p:cNvSpPr txBox="1"/>
          <p:nvPr>
            <p:ph idx="1" type="subTitle"/>
          </p:nvPr>
        </p:nvSpPr>
        <p:spPr>
          <a:xfrm>
            <a:off x="1798575" y="1606925"/>
            <a:ext cx="5555400" cy="2629800"/>
          </a:xfrm>
          <a:prstGeom prst="rect">
            <a:avLst/>
          </a:prstGeom>
          <a:noFill/>
          <a:ln cap="flat" cmpd="sng" w="19050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39" name="Google Shape;239;p43"/>
          <p:cNvSpPr txBox="1"/>
          <p:nvPr>
            <p:ph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240" name="Google Shape;240;p43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able of contents"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h727fe2072472b774_0_9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43331"/>
            <a:ext cx="2682472" cy="800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h727fe2072472b774_0_9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93163" y="4356031"/>
            <a:ext cx="1885415" cy="10871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Title + text 2"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h727fe2072472b774_0_985"/>
          <p:cNvSpPr/>
          <p:nvPr/>
        </p:nvSpPr>
        <p:spPr>
          <a:xfrm>
            <a:off x="713601" y="1538275"/>
            <a:ext cx="7716911" cy="2767030"/>
          </a:xfrm>
          <a:custGeom>
            <a:rect b="b" l="l" r="r" t="t"/>
            <a:pathLst>
              <a:path extrusionOk="0" h="4000" w="31690">
                <a:moveTo>
                  <a:pt x="0" y="1"/>
                </a:moveTo>
                <a:lnTo>
                  <a:pt x="0" y="4000"/>
                </a:lnTo>
                <a:lnTo>
                  <a:pt x="31690" y="4000"/>
                </a:lnTo>
                <a:lnTo>
                  <a:pt x="31690" y="1"/>
                </a:lnTo>
                <a:close/>
              </a:path>
            </a:pathLst>
          </a:custGeom>
          <a:solidFill>
            <a:srgbClr val="ED1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h727fe2072472b774_0_985"/>
          <p:cNvSpPr txBox="1"/>
          <p:nvPr>
            <p:ph idx="1" type="subTitle"/>
          </p:nvPr>
        </p:nvSpPr>
        <p:spPr>
          <a:xfrm>
            <a:off x="3080300" y="1981500"/>
            <a:ext cx="2991900" cy="18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50" name="Google Shape;250;h727fe2072472b774_0_985"/>
          <p:cNvSpPr txBox="1"/>
          <p:nvPr>
            <p:ph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251" name="Google Shape;251;h727fe2072472b774_0_985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h727fe2072472b774_0_99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4" name="Google Shape;254;h727fe2072472b774_0_990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00"/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500"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350"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5" name="Google Shape;255;h727fe2072472b774_0_990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6" name="Google Shape;256;h727fe2072472b774_0_990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7" name="Google Shape;257;h727fe2072472b774_0_990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+ design">
  <p:cSld name="Title + text + design"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h727fe2072472b774_0_996"/>
          <p:cNvSpPr/>
          <p:nvPr/>
        </p:nvSpPr>
        <p:spPr>
          <a:xfrm>
            <a:off x="3506300" y="1083300"/>
            <a:ext cx="5637723" cy="4060226"/>
          </a:xfrm>
          <a:custGeom>
            <a:rect b="b" l="l" r="r" t="t"/>
            <a:pathLst>
              <a:path extrusionOk="0" h="31998" w="44430">
                <a:moveTo>
                  <a:pt x="40231" y="1"/>
                </a:moveTo>
                <a:cubicBezTo>
                  <a:pt x="38589" y="1"/>
                  <a:pt x="36930" y="353"/>
                  <a:pt x="35422" y="1000"/>
                </a:cubicBezTo>
                <a:cubicBezTo>
                  <a:pt x="32332" y="2320"/>
                  <a:pt x="29794" y="4800"/>
                  <a:pt x="27981" y="7643"/>
                </a:cubicBezTo>
                <a:cubicBezTo>
                  <a:pt x="26298" y="10181"/>
                  <a:pt x="25021" y="13140"/>
                  <a:pt x="22483" y="14780"/>
                </a:cubicBezTo>
                <a:cubicBezTo>
                  <a:pt x="20612" y="15925"/>
                  <a:pt x="18378" y="16172"/>
                  <a:pt x="16260" y="16535"/>
                </a:cubicBezTo>
                <a:cubicBezTo>
                  <a:pt x="13664" y="16955"/>
                  <a:pt x="11068" y="17434"/>
                  <a:pt x="8645" y="18464"/>
                </a:cubicBezTo>
                <a:cubicBezTo>
                  <a:pt x="6223" y="19436"/>
                  <a:pt x="3931" y="21002"/>
                  <a:pt x="2423" y="23178"/>
                </a:cubicBezTo>
                <a:cubicBezTo>
                  <a:pt x="667" y="25716"/>
                  <a:pt x="116" y="28922"/>
                  <a:pt x="0" y="31997"/>
                </a:cubicBezTo>
                <a:lnTo>
                  <a:pt x="43515" y="31997"/>
                </a:lnTo>
                <a:cubicBezTo>
                  <a:pt x="43994" y="31997"/>
                  <a:pt x="44429" y="31576"/>
                  <a:pt x="44429" y="31098"/>
                </a:cubicBezTo>
                <a:lnTo>
                  <a:pt x="44429" y="869"/>
                </a:lnTo>
                <a:cubicBezTo>
                  <a:pt x="43122" y="277"/>
                  <a:pt x="41683" y="1"/>
                  <a:pt x="40231" y="1"/>
                </a:cubicBezTo>
                <a:close/>
              </a:path>
            </a:pathLst>
          </a:cu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h727fe2072472b774_0_996"/>
          <p:cNvSpPr txBox="1"/>
          <p:nvPr>
            <p:ph idx="1" type="subTitle"/>
          </p:nvPr>
        </p:nvSpPr>
        <p:spPr>
          <a:xfrm>
            <a:off x="1895475" y="1846225"/>
            <a:ext cx="2132100" cy="17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61" name="Google Shape;261;h727fe2072472b774_0_996"/>
          <p:cNvSpPr/>
          <p:nvPr/>
        </p:nvSpPr>
        <p:spPr>
          <a:xfrm rot="-5400000">
            <a:off x="1440650" y="1262225"/>
            <a:ext cx="2626800" cy="27396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h727fe2072472b774_0_996"/>
          <p:cNvSpPr txBox="1"/>
          <p:nvPr>
            <p:ph idx="2" type="subTitle"/>
          </p:nvPr>
        </p:nvSpPr>
        <p:spPr>
          <a:xfrm>
            <a:off x="1678100" y="2370375"/>
            <a:ext cx="20250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100">
                <a:solidFill>
                  <a:srgbClr val="F3F3F3"/>
                </a:solidFill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>
                <a:solidFill>
                  <a:srgbClr val="F3F3F3"/>
                </a:solidFill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63" name="Google Shape;263;h727fe2072472b774_0_996"/>
          <p:cNvSpPr txBox="1"/>
          <p:nvPr>
            <p:ph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264" name="Google Shape;264;h727fe2072472b774_0_996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">
  <p:cSld name="Title + design "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h727fe2072472b774_0_1003"/>
          <p:cNvSpPr/>
          <p:nvPr/>
        </p:nvSpPr>
        <p:spPr>
          <a:xfrm flipH="1" rot="10800000">
            <a:off x="3506300" y="0"/>
            <a:ext cx="5637723" cy="4060226"/>
          </a:xfrm>
          <a:custGeom>
            <a:rect b="b" l="l" r="r" t="t"/>
            <a:pathLst>
              <a:path extrusionOk="0" h="31998" w="44430">
                <a:moveTo>
                  <a:pt x="40231" y="1"/>
                </a:moveTo>
                <a:cubicBezTo>
                  <a:pt x="38589" y="1"/>
                  <a:pt x="36930" y="353"/>
                  <a:pt x="35422" y="1000"/>
                </a:cubicBezTo>
                <a:cubicBezTo>
                  <a:pt x="32332" y="2320"/>
                  <a:pt x="29794" y="4800"/>
                  <a:pt x="27981" y="7643"/>
                </a:cubicBezTo>
                <a:cubicBezTo>
                  <a:pt x="26298" y="10181"/>
                  <a:pt x="25021" y="13140"/>
                  <a:pt x="22483" y="14780"/>
                </a:cubicBezTo>
                <a:cubicBezTo>
                  <a:pt x="20612" y="15925"/>
                  <a:pt x="18378" y="16172"/>
                  <a:pt x="16260" y="16535"/>
                </a:cubicBezTo>
                <a:cubicBezTo>
                  <a:pt x="13664" y="16955"/>
                  <a:pt x="11068" y="17434"/>
                  <a:pt x="8645" y="18464"/>
                </a:cubicBezTo>
                <a:cubicBezTo>
                  <a:pt x="6223" y="19436"/>
                  <a:pt x="3931" y="21002"/>
                  <a:pt x="2423" y="23178"/>
                </a:cubicBezTo>
                <a:cubicBezTo>
                  <a:pt x="667" y="25716"/>
                  <a:pt x="116" y="28922"/>
                  <a:pt x="0" y="31997"/>
                </a:cubicBezTo>
                <a:lnTo>
                  <a:pt x="43515" y="31997"/>
                </a:lnTo>
                <a:cubicBezTo>
                  <a:pt x="43994" y="31997"/>
                  <a:pt x="44429" y="31576"/>
                  <a:pt x="44429" y="31098"/>
                </a:cubicBezTo>
                <a:lnTo>
                  <a:pt x="44429" y="869"/>
                </a:lnTo>
                <a:cubicBezTo>
                  <a:pt x="43122" y="277"/>
                  <a:pt x="41683" y="1"/>
                  <a:pt x="40231" y="1"/>
                </a:cubicBezTo>
                <a:close/>
              </a:path>
            </a:pathLst>
          </a:cu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h727fe2072472b774_0_1003"/>
          <p:cNvSpPr txBox="1"/>
          <p:nvPr>
            <p:ph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268" name="Google Shape;268;h727fe2072472b774_0_1003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">
  <p:cSld name="Four columns"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h727fe2072472b774_0_1007"/>
          <p:cNvSpPr/>
          <p:nvPr/>
        </p:nvSpPr>
        <p:spPr>
          <a:xfrm rot="5400000">
            <a:off x="-785901" y="733690"/>
            <a:ext cx="5178317" cy="3729287"/>
          </a:xfrm>
          <a:custGeom>
            <a:rect b="b" l="l" r="r" t="t"/>
            <a:pathLst>
              <a:path extrusionOk="0" h="31998" w="44430">
                <a:moveTo>
                  <a:pt x="40231" y="1"/>
                </a:moveTo>
                <a:cubicBezTo>
                  <a:pt x="38589" y="1"/>
                  <a:pt x="36930" y="353"/>
                  <a:pt x="35422" y="1000"/>
                </a:cubicBezTo>
                <a:cubicBezTo>
                  <a:pt x="32332" y="2320"/>
                  <a:pt x="29794" y="4800"/>
                  <a:pt x="27981" y="7643"/>
                </a:cubicBezTo>
                <a:cubicBezTo>
                  <a:pt x="26298" y="10181"/>
                  <a:pt x="25021" y="13140"/>
                  <a:pt x="22483" y="14780"/>
                </a:cubicBezTo>
                <a:cubicBezTo>
                  <a:pt x="20612" y="15925"/>
                  <a:pt x="18378" y="16172"/>
                  <a:pt x="16260" y="16535"/>
                </a:cubicBezTo>
                <a:cubicBezTo>
                  <a:pt x="13664" y="16955"/>
                  <a:pt x="11068" y="17434"/>
                  <a:pt x="8645" y="18464"/>
                </a:cubicBezTo>
                <a:cubicBezTo>
                  <a:pt x="6223" y="19436"/>
                  <a:pt x="3931" y="21002"/>
                  <a:pt x="2423" y="23178"/>
                </a:cubicBezTo>
                <a:cubicBezTo>
                  <a:pt x="667" y="25716"/>
                  <a:pt x="116" y="28922"/>
                  <a:pt x="0" y="31997"/>
                </a:cubicBezTo>
                <a:lnTo>
                  <a:pt x="43515" y="31997"/>
                </a:lnTo>
                <a:cubicBezTo>
                  <a:pt x="43994" y="31997"/>
                  <a:pt x="44429" y="31576"/>
                  <a:pt x="44429" y="31098"/>
                </a:cubicBezTo>
                <a:lnTo>
                  <a:pt x="44429" y="869"/>
                </a:lnTo>
                <a:cubicBezTo>
                  <a:pt x="43122" y="277"/>
                  <a:pt x="41683" y="1"/>
                  <a:pt x="40231" y="1"/>
                </a:cubicBezTo>
                <a:close/>
              </a:path>
            </a:pathLst>
          </a:cu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h727fe2072472b774_0_1007"/>
          <p:cNvSpPr/>
          <p:nvPr/>
        </p:nvSpPr>
        <p:spPr>
          <a:xfrm>
            <a:off x="713500" y="2526700"/>
            <a:ext cx="7716990" cy="1763900"/>
          </a:xfrm>
          <a:custGeom>
            <a:rect b="b" l="l" r="r" t="t"/>
            <a:pathLst>
              <a:path extrusionOk="0" h="4000" w="31690">
                <a:moveTo>
                  <a:pt x="0" y="1"/>
                </a:moveTo>
                <a:lnTo>
                  <a:pt x="0" y="4000"/>
                </a:lnTo>
                <a:lnTo>
                  <a:pt x="31690" y="4000"/>
                </a:lnTo>
                <a:lnTo>
                  <a:pt x="31690" y="1"/>
                </a:lnTo>
                <a:close/>
              </a:path>
            </a:pathLst>
          </a:cu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h727fe2072472b774_0_1007"/>
          <p:cNvSpPr txBox="1"/>
          <p:nvPr>
            <p:ph idx="1" type="subTitle"/>
          </p:nvPr>
        </p:nvSpPr>
        <p:spPr>
          <a:xfrm>
            <a:off x="944837" y="3122450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73" name="Google Shape;273;h727fe2072472b774_0_1007"/>
          <p:cNvSpPr txBox="1"/>
          <p:nvPr>
            <p:ph type="ctrTitle"/>
          </p:nvPr>
        </p:nvSpPr>
        <p:spPr>
          <a:xfrm>
            <a:off x="887790" y="2647945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74" name="Google Shape;274;h727fe2072472b774_0_1007"/>
          <p:cNvSpPr txBox="1"/>
          <p:nvPr>
            <p:ph idx="2" type="subTitle"/>
          </p:nvPr>
        </p:nvSpPr>
        <p:spPr>
          <a:xfrm>
            <a:off x="2831762" y="3122450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75" name="Google Shape;275;h727fe2072472b774_0_1007"/>
          <p:cNvSpPr txBox="1"/>
          <p:nvPr>
            <p:ph idx="3" type="ctrTitle"/>
          </p:nvPr>
        </p:nvSpPr>
        <p:spPr>
          <a:xfrm>
            <a:off x="2774665" y="2647945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76" name="Google Shape;276;h727fe2072472b774_0_1007"/>
          <p:cNvSpPr txBox="1"/>
          <p:nvPr>
            <p:ph idx="4" type="subTitle"/>
          </p:nvPr>
        </p:nvSpPr>
        <p:spPr>
          <a:xfrm>
            <a:off x="4718637" y="3122450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77" name="Google Shape;277;h727fe2072472b774_0_1007"/>
          <p:cNvSpPr txBox="1"/>
          <p:nvPr>
            <p:ph idx="5" type="ctrTitle"/>
          </p:nvPr>
        </p:nvSpPr>
        <p:spPr>
          <a:xfrm>
            <a:off x="4661540" y="2647945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78" name="Google Shape;278;h727fe2072472b774_0_1007"/>
          <p:cNvSpPr txBox="1"/>
          <p:nvPr>
            <p:ph idx="6" type="subTitle"/>
          </p:nvPr>
        </p:nvSpPr>
        <p:spPr>
          <a:xfrm>
            <a:off x="6605512" y="3122450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79" name="Google Shape;279;h727fe2072472b774_0_1007"/>
          <p:cNvSpPr txBox="1"/>
          <p:nvPr>
            <p:ph idx="7" type="ctrTitle"/>
          </p:nvPr>
        </p:nvSpPr>
        <p:spPr>
          <a:xfrm>
            <a:off x="6548415" y="2647945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0" name="Google Shape;280;h727fe2072472b774_0_1007"/>
          <p:cNvSpPr txBox="1"/>
          <p:nvPr>
            <p:ph idx="8"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281" name="Google Shape;281;h727fe2072472b774_0_1007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">
  <p:cSld name="Three columns "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h727fe2072472b774_0_1020"/>
          <p:cNvSpPr/>
          <p:nvPr/>
        </p:nvSpPr>
        <p:spPr>
          <a:xfrm flipH="1" rot="5400000">
            <a:off x="-750511" y="657839"/>
            <a:ext cx="4924732" cy="3546738"/>
          </a:xfrm>
          <a:custGeom>
            <a:rect b="b" l="l" r="r" t="t"/>
            <a:pathLst>
              <a:path extrusionOk="0" h="31998" w="44430">
                <a:moveTo>
                  <a:pt x="40231" y="1"/>
                </a:moveTo>
                <a:cubicBezTo>
                  <a:pt x="38589" y="1"/>
                  <a:pt x="36930" y="353"/>
                  <a:pt x="35422" y="1000"/>
                </a:cubicBezTo>
                <a:cubicBezTo>
                  <a:pt x="32332" y="2320"/>
                  <a:pt x="29794" y="4800"/>
                  <a:pt x="27981" y="7643"/>
                </a:cubicBezTo>
                <a:cubicBezTo>
                  <a:pt x="26298" y="10181"/>
                  <a:pt x="25021" y="13140"/>
                  <a:pt x="22483" y="14780"/>
                </a:cubicBezTo>
                <a:cubicBezTo>
                  <a:pt x="20612" y="15925"/>
                  <a:pt x="18378" y="16172"/>
                  <a:pt x="16260" y="16535"/>
                </a:cubicBezTo>
                <a:cubicBezTo>
                  <a:pt x="13664" y="16955"/>
                  <a:pt x="11068" y="17434"/>
                  <a:pt x="8645" y="18464"/>
                </a:cubicBezTo>
                <a:cubicBezTo>
                  <a:pt x="6223" y="19436"/>
                  <a:pt x="3931" y="21002"/>
                  <a:pt x="2423" y="23178"/>
                </a:cubicBezTo>
                <a:cubicBezTo>
                  <a:pt x="667" y="25716"/>
                  <a:pt x="116" y="28922"/>
                  <a:pt x="0" y="31997"/>
                </a:cubicBezTo>
                <a:lnTo>
                  <a:pt x="43515" y="31997"/>
                </a:lnTo>
                <a:cubicBezTo>
                  <a:pt x="43994" y="31997"/>
                  <a:pt x="44429" y="31576"/>
                  <a:pt x="44429" y="31098"/>
                </a:cubicBezTo>
                <a:lnTo>
                  <a:pt x="44429" y="869"/>
                </a:lnTo>
                <a:cubicBezTo>
                  <a:pt x="43122" y="277"/>
                  <a:pt x="41683" y="1"/>
                  <a:pt x="40231" y="1"/>
                </a:cubicBezTo>
                <a:close/>
              </a:path>
            </a:pathLst>
          </a:cu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h727fe2072472b774_0_1020"/>
          <p:cNvSpPr txBox="1"/>
          <p:nvPr>
            <p:ph idx="1" type="subTitle"/>
          </p:nvPr>
        </p:nvSpPr>
        <p:spPr>
          <a:xfrm>
            <a:off x="1105050" y="3462325"/>
            <a:ext cx="2086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85" name="Google Shape;285;h727fe2072472b774_0_1020"/>
          <p:cNvSpPr txBox="1"/>
          <p:nvPr>
            <p:ph type="ctrTitle"/>
          </p:nvPr>
        </p:nvSpPr>
        <p:spPr>
          <a:xfrm>
            <a:off x="1323002" y="3025475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86" name="Google Shape;286;h727fe2072472b774_0_1020"/>
          <p:cNvSpPr txBox="1"/>
          <p:nvPr>
            <p:ph idx="2" type="subTitle"/>
          </p:nvPr>
        </p:nvSpPr>
        <p:spPr>
          <a:xfrm>
            <a:off x="3528850" y="3462325"/>
            <a:ext cx="2086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87" name="Google Shape;287;h727fe2072472b774_0_1020"/>
          <p:cNvSpPr txBox="1"/>
          <p:nvPr>
            <p:ph idx="3" type="ctrTitle"/>
          </p:nvPr>
        </p:nvSpPr>
        <p:spPr>
          <a:xfrm>
            <a:off x="3746752" y="3025475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88" name="Google Shape;288;h727fe2072472b774_0_1020"/>
          <p:cNvSpPr txBox="1"/>
          <p:nvPr>
            <p:ph idx="4" type="subTitle"/>
          </p:nvPr>
        </p:nvSpPr>
        <p:spPr>
          <a:xfrm>
            <a:off x="5952650" y="3462325"/>
            <a:ext cx="2086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89" name="Google Shape;289;h727fe2072472b774_0_1020"/>
          <p:cNvSpPr txBox="1"/>
          <p:nvPr>
            <p:ph idx="5" type="ctrTitle"/>
          </p:nvPr>
        </p:nvSpPr>
        <p:spPr>
          <a:xfrm>
            <a:off x="6170552" y="3025475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90" name="Google Shape;290;h727fe2072472b774_0_1020"/>
          <p:cNvSpPr txBox="1"/>
          <p:nvPr>
            <p:ph idx="6"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291" name="Google Shape;291;h727fe2072472b774_0_1020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1">
  <p:cSld name="Three columns 1"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h727fe2072472b774_0_1030"/>
          <p:cNvSpPr/>
          <p:nvPr/>
        </p:nvSpPr>
        <p:spPr>
          <a:xfrm>
            <a:off x="1524150" y="3299475"/>
            <a:ext cx="6095700" cy="1429500"/>
          </a:xfrm>
          <a:prstGeom prst="rect">
            <a:avLst/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h727fe2072472b774_0_1030"/>
          <p:cNvSpPr txBox="1"/>
          <p:nvPr>
            <p:ph idx="1" type="subTitle"/>
          </p:nvPr>
        </p:nvSpPr>
        <p:spPr>
          <a:xfrm>
            <a:off x="1766800" y="3486035"/>
            <a:ext cx="1845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95" name="Google Shape;295;h727fe2072472b774_0_1030"/>
          <p:cNvSpPr txBox="1"/>
          <p:nvPr>
            <p:ph type="ctrTitle"/>
          </p:nvPr>
        </p:nvSpPr>
        <p:spPr>
          <a:xfrm>
            <a:off x="1864075" y="2794146"/>
            <a:ext cx="16506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96" name="Google Shape;296;h727fe2072472b774_0_1030"/>
          <p:cNvSpPr txBox="1"/>
          <p:nvPr>
            <p:ph idx="2" type="ctrTitle"/>
          </p:nvPr>
        </p:nvSpPr>
        <p:spPr>
          <a:xfrm>
            <a:off x="3746700" y="2794146"/>
            <a:ext cx="16506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97" name="Google Shape;297;h727fe2072472b774_0_1030"/>
          <p:cNvSpPr txBox="1"/>
          <p:nvPr>
            <p:ph idx="3" type="ctrTitle"/>
          </p:nvPr>
        </p:nvSpPr>
        <p:spPr>
          <a:xfrm>
            <a:off x="5629325" y="2794146"/>
            <a:ext cx="16506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98" name="Google Shape;298;h727fe2072472b774_0_1030"/>
          <p:cNvSpPr txBox="1"/>
          <p:nvPr>
            <p:ph idx="4" type="subTitle"/>
          </p:nvPr>
        </p:nvSpPr>
        <p:spPr>
          <a:xfrm>
            <a:off x="3649450" y="3486035"/>
            <a:ext cx="1845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99" name="Google Shape;299;h727fe2072472b774_0_1030"/>
          <p:cNvSpPr txBox="1"/>
          <p:nvPr>
            <p:ph idx="5" type="subTitle"/>
          </p:nvPr>
        </p:nvSpPr>
        <p:spPr>
          <a:xfrm>
            <a:off x="5532100" y="3486035"/>
            <a:ext cx="1845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None/>
              <a:defRPr sz="11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00" name="Google Shape;300;h727fe2072472b774_0_1030"/>
          <p:cNvSpPr txBox="1"/>
          <p:nvPr>
            <p:ph idx="6"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301" name="Google Shape;301;h727fe2072472b774_0_1030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lank slide">
  <p:cSld name="Title + blank slide"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h727fe2072472b774_0_1040"/>
          <p:cNvSpPr txBox="1"/>
          <p:nvPr>
            <p:ph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304" name="Google Shape;304;h727fe2072472b774_0_1040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numbers ">
  <p:cSld name="Title + numbers "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h727fe2072472b774_0_1043"/>
          <p:cNvSpPr/>
          <p:nvPr/>
        </p:nvSpPr>
        <p:spPr>
          <a:xfrm>
            <a:off x="759150" y="3042775"/>
            <a:ext cx="3594900" cy="1130100"/>
          </a:xfrm>
          <a:prstGeom prst="rect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endParaRPr b="0" i="0" sz="14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h727fe2072472b774_0_1043"/>
          <p:cNvSpPr/>
          <p:nvPr/>
        </p:nvSpPr>
        <p:spPr>
          <a:xfrm>
            <a:off x="1878200" y="1398300"/>
            <a:ext cx="5387400" cy="1384200"/>
          </a:xfrm>
          <a:prstGeom prst="rect">
            <a:avLst/>
          </a:prstGeom>
          <a:solidFill>
            <a:srgbClr val="F25151"/>
          </a:solidFill>
          <a:ln cap="flat" cmpd="sng" w="19050">
            <a:solidFill>
              <a:srgbClr val="F25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endParaRPr b="0" i="0" sz="14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h727fe2072472b774_0_1043"/>
          <p:cNvSpPr/>
          <p:nvPr/>
        </p:nvSpPr>
        <p:spPr>
          <a:xfrm>
            <a:off x="4633025" y="3765325"/>
            <a:ext cx="3594900" cy="8982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endParaRPr b="0" i="0" sz="14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h727fe2072472b774_0_1043"/>
          <p:cNvSpPr txBox="1"/>
          <p:nvPr>
            <p:ph type="title"/>
          </p:nvPr>
        </p:nvSpPr>
        <p:spPr>
          <a:xfrm>
            <a:off x="2637350" y="1664550"/>
            <a:ext cx="3869400" cy="8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7200"/>
              <a:buNone/>
              <a:defRPr sz="7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7200"/>
              <a:buFont typeface="Fira Sans Extra Condensed Medium"/>
              <a:buNone/>
              <a:defRPr sz="72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7200"/>
              <a:buFont typeface="Fira Sans Extra Condensed Medium"/>
              <a:buNone/>
              <a:defRPr sz="72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7200"/>
              <a:buFont typeface="Fira Sans Extra Condensed Medium"/>
              <a:buNone/>
              <a:defRPr sz="72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7200"/>
              <a:buFont typeface="Fira Sans Extra Condensed Medium"/>
              <a:buNone/>
              <a:defRPr sz="72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7200"/>
              <a:buFont typeface="Fira Sans Extra Condensed Medium"/>
              <a:buNone/>
              <a:defRPr sz="72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7200"/>
              <a:buFont typeface="Fira Sans Extra Condensed Medium"/>
              <a:buNone/>
              <a:defRPr sz="72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7200"/>
              <a:buFont typeface="Fira Sans Extra Condensed Medium"/>
              <a:buNone/>
              <a:defRPr sz="72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7200"/>
              <a:buFont typeface="Fira Sans Extra Condensed Medium"/>
              <a:buNone/>
              <a:defRPr sz="72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310" name="Google Shape;310;h727fe2072472b774_0_1043"/>
          <p:cNvSpPr txBox="1"/>
          <p:nvPr>
            <p:ph idx="2" type="title"/>
          </p:nvPr>
        </p:nvSpPr>
        <p:spPr>
          <a:xfrm>
            <a:off x="911276" y="3318850"/>
            <a:ext cx="32907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4800"/>
              <a:buNone/>
              <a:defRPr sz="4800">
                <a:solidFill>
                  <a:srgbClr val="F2515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4800"/>
              <a:buFont typeface="Fira Sans Extra Condensed Medium"/>
              <a:buNone/>
              <a:defRPr sz="4800">
                <a:solidFill>
                  <a:srgbClr val="F2515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4800"/>
              <a:buFont typeface="Fira Sans Extra Condensed Medium"/>
              <a:buNone/>
              <a:defRPr sz="4800">
                <a:solidFill>
                  <a:srgbClr val="F2515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4800"/>
              <a:buFont typeface="Fira Sans Extra Condensed Medium"/>
              <a:buNone/>
              <a:defRPr sz="4800">
                <a:solidFill>
                  <a:srgbClr val="F2515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4800"/>
              <a:buFont typeface="Fira Sans Extra Condensed Medium"/>
              <a:buNone/>
              <a:defRPr sz="4800">
                <a:solidFill>
                  <a:srgbClr val="F2515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4800"/>
              <a:buFont typeface="Fira Sans Extra Condensed Medium"/>
              <a:buNone/>
              <a:defRPr sz="4800">
                <a:solidFill>
                  <a:srgbClr val="F2515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4800"/>
              <a:buFont typeface="Fira Sans Extra Condensed Medium"/>
              <a:buNone/>
              <a:defRPr sz="4800">
                <a:solidFill>
                  <a:srgbClr val="F2515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4800"/>
              <a:buFont typeface="Fira Sans Extra Condensed Medium"/>
              <a:buNone/>
              <a:defRPr sz="4800">
                <a:solidFill>
                  <a:srgbClr val="F2515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4800"/>
              <a:buFont typeface="Fira Sans Extra Condensed Medium"/>
              <a:buNone/>
              <a:defRPr sz="4800">
                <a:solidFill>
                  <a:srgbClr val="F2515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311" name="Google Shape;311;h727fe2072472b774_0_1043"/>
          <p:cNvSpPr txBox="1"/>
          <p:nvPr>
            <p:ph idx="3" type="title"/>
          </p:nvPr>
        </p:nvSpPr>
        <p:spPr>
          <a:xfrm>
            <a:off x="4829526" y="3929900"/>
            <a:ext cx="3201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600"/>
              <a:buNone/>
              <a:defRPr sz="36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ira Sans Extra Condensed Medium"/>
              <a:buNone/>
              <a:defRPr sz="48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ira Sans Extra Condensed Medium"/>
              <a:buNone/>
              <a:defRPr sz="48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ira Sans Extra Condensed Medium"/>
              <a:buNone/>
              <a:defRPr sz="48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ira Sans Extra Condensed Medium"/>
              <a:buNone/>
              <a:defRPr sz="48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ira Sans Extra Condensed Medium"/>
              <a:buNone/>
              <a:defRPr sz="48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ira Sans Extra Condensed Medium"/>
              <a:buNone/>
              <a:defRPr sz="48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ira Sans Extra Condensed Medium"/>
              <a:buNone/>
              <a:defRPr sz="48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800"/>
              <a:buFont typeface="Fira Sans Extra Condensed Medium"/>
              <a:buNone/>
              <a:defRPr sz="4800">
                <a:solidFill>
                  <a:srgbClr val="F3F3F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312" name="Google Shape;312;h727fe2072472b774_0_1043"/>
          <p:cNvSpPr txBox="1"/>
          <p:nvPr>
            <p:ph idx="4"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313" name="Google Shape;313;h727fe2072472b774_0_1043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">
  <p:cSld name="Quote ">
    <p:bg>
      <p:bgPr>
        <a:solidFill>
          <a:srgbClr val="FFFF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h727fe2072472b774_0_1052"/>
          <p:cNvSpPr/>
          <p:nvPr/>
        </p:nvSpPr>
        <p:spPr>
          <a:xfrm>
            <a:off x="713601" y="1188238"/>
            <a:ext cx="7716911" cy="2767030"/>
          </a:xfrm>
          <a:custGeom>
            <a:rect b="b" l="l" r="r" t="t"/>
            <a:pathLst>
              <a:path extrusionOk="0" h="4000" w="31690">
                <a:moveTo>
                  <a:pt x="0" y="1"/>
                </a:moveTo>
                <a:lnTo>
                  <a:pt x="0" y="4000"/>
                </a:lnTo>
                <a:lnTo>
                  <a:pt x="31690" y="4000"/>
                </a:lnTo>
                <a:lnTo>
                  <a:pt x="31690" y="1"/>
                </a:lnTo>
                <a:close/>
              </a:path>
            </a:pathLst>
          </a:cu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h727fe2072472b774_0_1052"/>
          <p:cNvSpPr txBox="1"/>
          <p:nvPr>
            <p:ph idx="1" type="subTitle"/>
          </p:nvPr>
        </p:nvSpPr>
        <p:spPr>
          <a:xfrm>
            <a:off x="3034550" y="2219700"/>
            <a:ext cx="43191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None/>
              <a:defRPr sz="1400">
                <a:solidFill>
                  <a:srgbClr val="F3F3F3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17" name="Google Shape;317;h727fe2072472b774_0_1052"/>
          <p:cNvSpPr txBox="1"/>
          <p:nvPr>
            <p:ph type="ctrTitle"/>
          </p:nvPr>
        </p:nvSpPr>
        <p:spPr>
          <a:xfrm>
            <a:off x="4821350" y="2926900"/>
            <a:ext cx="2532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900"/>
              <a:buNone/>
              <a:defRPr sz="900">
                <a:solidFill>
                  <a:srgbClr val="F3F3F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 ">
  <p:cSld name="Six columns "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h727fe2072472b774_0_1056"/>
          <p:cNvSpPr/>
          <p:nvPr/>
        </p:nvSpPr>
        <p:spPr>
          <a:xfrm>
            <a:off x="5970538" y="3302725"/>
            <a:ext cx="1665300" cy="1310400"/>
          </a:xfrm>
          <a:prstGeom prst="rect">
            <a:avLst/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h727fe2072472b774_0_1056"/>
          <p:cNvSpPr/>
          <p:nvPr/>
        </p:nvSpPr>
        <p:spPr>
          <a:xfrm>
            <a:off x="1508000" y="3302725"/>
            <a:ext cx="1665300" cy="1310400"/>
          </a:xfrm>
          <a:prstGeom prst="rect">
            <a:avLst/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h727fe2072472b774_0_1056"/>
          <p:cNvSpPr/>
          <p:nvPr/>
        </p:nvSpPr>
        <p:spPr>
          <a:xfrm>
            <a:off x="3739263" y="1436950"/>
            <a:ext cx="1665300" cy="1310400"/>
          </a:xfrm>
          <a:prstGeom prst="rect">
            <a:avLst/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h727fe2072472b774_0_1056"/>
          <p:cNvSpPr/>
          <p:nvPr/>
        </p:nvSpPr>
        <p:spPr>
          <a:xfrm>
            <a:off x="5970538" y="1436950"/>
            <a:ext cx="1665300" cy="1310400"/>
          </a:xfrm>
          <a:prstGeom prst="rect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h727fe2072472b774_0_1056"/>
          <p:cNvSpPr/>
          <p:nvPr/>
        </p:nvSpPr>
        <p:spPr>
          <a:xfrm>
            <a:off x="3739263" y="3302725"/>
            <a:ext cx="1665300" cy="1310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h727fe2072472b774_0_1056"/>
          <p:cNvSpPr/>
          <p:nvPr/>
        </p:nvSpPr>
        <p:spPr>
          <a:xfrm>
            <a:off x="1508000" y="1436950"/>
            <a:ext cx="1665300" cy="1310400"/>
          </a:xfrm>
          <a:prstGeom prst="rect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h727fe2072472b774_0_1056"/>
          <p:cNvSpPr txBox="1"/>
          <p:nvPr>
            <p:ph idx="1" type="subTitle"/>
          </p:nvPr>
        </p:nvSpPr>
        <p:spPr>
          <a:xfrm>
            <a:off x="1657625" y="3739575"/>
            <a:ext cx="1366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26" name="Google Shape;326;h727fe2072472b774_0_1056"/>
          <p:cNvSpPr txBox="1"/>
          <p:nvPr>
            <p:ph type="ctrTitle"/>
          </p:nvPr>
        </p:nvSpPr>
        <p:spPr>
          <a:xfrm>
            <a:off x="1596025" y="3302725"/>
            <a:ext cx="1489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27" name="Google Shape;327;h727fe2072472b774_0_1056"/>
          <p:cNvSpPr txBox="1"/>
          <p:nvPr>
            <p:ph idx="2" type="subTitle"/>
          </p:nvPr>
        </p:nvSpPr>
        <p:spPr>
          <a:xfrm>
            <a:off x="3888813" y="3739575"/>
            <a:ext cx="1366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28" name="Google Shape;328;h727fe2072472b774_0_1056"/>
          <p:cNvSpPr txBox="1"/>
          <p:nvPr>
            <p:ph idx="3" type="ctrTitle"/>
          </p:nvPr>
        </p:nvSpPr>
        <p:spPr>
          <a:xfrm>
            <a:off x="3827438" y="3302725"/>
            <a:ext cx="1489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29" name="Google Shape;329;h727fe2072472b774_0_1056"/>
          <p:cNvSpPr txBox="1"/>
          <p:nvPr>
            <p:ph idx="4" type="subTitle"/>
          </p:nvPr>
        </p:nvSpPr>
        <p:spPr>
          <a:xfrm>
            <a:off x="6120044" y="3739575"/>
            <a:ext cx="1366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30" name="Google Shape;330;h727fe2072472b774_0_1056"/>
          <p:cNvSpPr txBox="1"/>
          <p:nvPr>
            <p:ph idx="5" type="ctrTitle"/>
          </p:nvPr>
        </p:nvSpPr>
        <p:spPr>
          <a:xfrm>
            <a:off x="6058600" y="3302725"/>
            <a:ext cx="1489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31" name="Google Shape;331;h727fe2072472b774_0_1056"/>
          <p:cNvSpPr txBox="1"/>
          <p:nvPr>
            <p:ph idx="6" type="subTitle"/>
          </p:nvPr>
        </p:nvSpPr>
        <p:spPr>
          <a:xfrm>
            <a:off x="1657625" y="1873800"/>
            <a:ext cx="1366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9pPr>
          </a:lstStyle>
          <a:p/>
        </p:txBody>
      </p:sp>
      <p:sp>
        <p:nvSpPr>
          <p:cNvPr id="332" name="Google Shape;332;h727fe2072472b774_0_1056"/>
          <p:cNvSpPr txBox="1"/>
          <p:nvPr>
            <p:ph idx="7" type="ctrTitle"/>
          </p:nvPr>
        </p:nvSpPr>
        <p:spPr>
          <a:xfrm>
            <a:off x="1596025" y="1436950"/>
            <a:ext cx="1489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9pPr>
          </a:lstStyle>
          <a:p/>
        </p:txBody>
      </p:sp>
      <p:sp>
        <p:nvSpPr>
          <p:cNvPr id="333" name="Google Shape;333;h727fe2072472b774_0_1056"/>
          <p:cNvSpPr txBox="1"/>
          <p:nvPr>
            <p:ph idx="8" type="subTitle"/>
          </p:nvPr>
        </p:nvSpPr>
        <p:spPr>
          <a:xfrm>
            <a:off x="3888813" y="1873800"/>
            <a:ext cx="1366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34" name="Google Shape;334;h727fe2072472b774_0_1056"/>
          <p:cNvSpPr txBox="1"/>
          <p:nvPr>
            <p:ph idx="9" type="ctrTitle"/>
          </p:nvPr>
        </p:nvSpPr>
        <p:spPr>
          <a:xfrm>
            <a:off x="3827438" y="1436950"/>
            <a:ext cx="1489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35" name="Google Shape;335;h727fe2072472b774_0_1056"/>
          <p:cNvSpPr txBox="1"/>
          <p:nvPr>
            <p:ph idx="13" type="subTitle"/>
          </p:nvPr>
        </p:nvSpPr>
        <p:spPr>
          <a:xfrm>
            <a:off x="6120044" y="1873800"/>
            <a:ext cx="13662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9pPr>
          </a:lstStyle>
          <a:p/>
        </p:txBody>
      </p:sp>
      <p:sp>
        <p:nvSpPr>
          <p:cNvPr id="336" name="Google Shape;336;h727fe2072472b774_0_1056"/>
          <p:cNvSpPr txBox="1"/>
          <p:nvPr>
            <p:ph idx="14" type="ctrTitle"/>
          </p:nvPr>
        </p:nvSpPr>
        <p:spPr>
          <a:xfrm>
            <a:off x="6058600" y="1436950"/>
            <a:ext cx="14892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9pPr>
          </a:lstStyle>
          <a:p/>
        </p:txBody>
      </p:sp>
      <p:sp>
        <p:nvSpPr>
          <p:cNvPr id="337" name="Google Shape;337;h727fe2072472b774_0_1056"/>
          <p:cNvSpPr txBox="1"/>
          <p:nvPr>
            <p:ph idx="15"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338" name="Google Shape;338;h727fe2072472b774_0_1056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2">
  <p:cSld name="Three columns 2">
    <p:bg>
      <p:bgPr>
        <a:solidFill>
          <a:srgbClr val="FFFFF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h727fe2072472b774_0_1077"/>
          <p:cNvSpPr/>
          <p:nvPr/>
        </p:nvSpPr>
        <p:spPr>
          <a:xfrm>
            <a:off x="1704375" y="2127200"/>
            <a:ext cx="1707000" cy="3016200"/>
          </a:xfrm>
          <a:prstGeom prst="rect">
            <a:avLst/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91287"/>
              </a:solidFill>
              <a:latin typeface="Antic Slab"/>
              <a:ea typeface="Antic Slab"/>
              <a:cs typeface="Antic Slab"/>
              <a:sym typeface="Antic Slab"/>
            </a:endParaRPr>
          </a:p>
        </p:txBody>
      </p:sp>
      <p:sp>
        <p:nvSpPr>
          <p:cNvPr id="341" name="Google Shape;341;h727fe2072472b774_0_1077"/>
          <p:cNvSpPr/>
          <p:nvPr/>
        </p:nvSpPr>
        <p:spPr>
          <a:xfrm>
            <a:off x="3663449" y="2127200"/>
            <a:ext cx="1777200" cy="3016200"/>
          </a:xfrm>
          <a:prstGeom prst="rect">
            <a:avLst/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91287"/>
              </a:solidFill>
              <a:latin typeface="Antic Slab"/>
              <a:ea typeface="Antic Slab"/>
              <a:cs typeface="Antic Slab"/>
              <a:sym typeface="Antic Slab"/>
            </a:endParaRPr>
          </a:p>
        </p:txBody>
      </p:sp>
      <p:sp>
        <p:nvSpPr>
          <p:cNvPr id="342" name="Google Shape;342;h727fe2072472b774_0_1077"/>
          <p:cNvSpPr/>
          <p:nvPr/>
        </p:nvSpPr>
        <p:spPr>
          <a:xfrm>
            <a:off x="5692725" y="2127200"/>
            <a:ext cx="1746900" cy="3016200"/>
          </a:xfrm>
          <a:prstGeom prst="rect">
            <a:avLst/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91287"/>
              </a:solidFill>
              <a:latin typeface="Antic Slab"/>
              <a:ea typeface="Antic Slab"/>
              <a:cs typeface="Antic Slab"/>
              <a:sym typeface="Antic Slab"/>
            </a:endParaRPr>
          </a:p>
        </p:txBody>
      </p:sp>
      <p:sp>
        <p:nvSpPr>
          <p:cNvPr id="343" name="Google Shape;343;h727fe2072472b774_0_1077"/>
          <p:cNvSpPr txBox="1"/>
          <p:nvPr>
            <p:ph idx="1" type="subTitle"/>
          </p:nvPr>
        </p:nvSpPr>
        <p:spPr>
          <a:xfrm>
            <a:off x="1789726" y="3173325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44" name="Google Shape;344;h727fe2072472b774_0_1077"/>
          <p:cNvSpPr txBox="1"/>
          <p:nvPr>
            <p:ph type="ctrTitle"/>
          </p:nvPr>
        </p:nvSpPr>
        <p:spPr>
          <a:xfrm>
            <a:off x="1732576" y="2595525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45" name="Google Shape;345;h727fe2072472b774_0_1077"/>
          <p:cNvSpPr txBox="1"/>
          <p:nvPr>
            <p:ph idx="2" type="subTitle"/>
          </p:nvPr>
        </p:nvSpPr>
        <p:spPr>
          <a:xfrm>
            <a:off x="3783900" y="3173325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46" name="Google Shape;346;h727fe2072472b774_0_1077"/>
          <p:cNvSpPr txBox="1"/>
          <p:nvPr>
            <p:ph idx="3" type="ctrTitle"/>
          </p:nvPr>
        </p:nvSpPr>
        <p:spPr>
          <a:xfrm>
            <a:off x="3726750" y="2595525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47" name="Google Shape;347;h727fe2072472b774_0_1077"/>
          <p:cNvSpPr txBox="1"/>
          <p:nvPr>
            <p:ph idx="4" type="subTitle"/>
          </p:nvPr>
        </p:nvSpPr>
        <p:spPr>
          <a:xfrm>
            <a:off x="5798026" y="3173325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48" name="Google Shape;348;h727fe2072472b774_0_1077"/>
          <p:cNvSpPr txBox="1"/>
          <p:nvPr>
            <p:ph idx="5" type="ctrTitle"/>
          </p:nvPr>
        </p:nvSpPr>
        <p:spPr>
          <a:xfrm>
            <a:off x="5740876" y="2595525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49" name="Google Shape;349;h727fe2072472b774_0_1077"/>
          <p:cNvSpPr txBox="1"/>
          <p:nvPr>
            <p:ph idx="6"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350" name="Google Shape;350;h727fe2072472b774_0_1077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1" name="Google Shape;351;h727fe2072472b774_0_1077"/>
          <p:cNvSpPr/>
          <p:nvPr/>
        </p:nvSpPr>
        <p:spPr>
          <a:xfrm>
            <a:off x="2106050" y="1691925"/>
            <a:ext cx="903600" cy="903600"/>
          </a:xfrm>
          <a:prstGeom prst="rect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h727fe2072472b774_0_1077"/>
          <p:cNvSpPr/>
          <p:nvPr/>
        </p:nvSpPr>
        <p:spPr>
          <a:xfrm>
            <a:off x="4100250" y="1691925"/>
            <a:ext cx="903600" cy="903600"/>
          </a:xfrm>
          <a:prstGeom prst="rect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h727fe2072472b774_0_1077"/>
          <p:cNvSpPr/>
          <p:nvPr/>
        </p:nvSpPr>
        <p:spPr>
          <a:xfrm>
            <a:off x="6094450" y="1691925"/>
            <a:ext cx="903600" cy="903600"/>
          </a:xfrm>
          <a:prstGeom prst="rect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3">
  <p:cSld name="Three columns 3"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h727fe2072472b774_0_1092"/>
          <p:cNvSpPr/>
          <p:nvPr/>
        </p:nvSpPr>
        <p:spPr>
          <a:xfrm>
            <a:off x="1704376" y="1874700"/>
            <a:ext cx="1707000" cy="1958700"/>
          </a:xfrm>
          <a:prstGeom prst="rect">
            <a:avLst/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91287"/>
              </a:solidFill>
              <a:latin typeface="Antic Slab"/>
              <a:ea typeface="Antic Slab"/>
              <a:cs typeface="Antic Slab"/>
              <a:sym typeface="Antic Slab"/>
            </a:endParaRPr>
          </a:p>
        </p:txBody>
      </p:sp>
      <p:sp>
        <p:nvSpPr>
          <p:cNvPr id="356" name="Google Shape;356;h727fe2072472b774_0_1092"/>
          <p:cNvSpPr/>
          <p:nvPr/>
        </p:nvSpPr>
        <p:spPr>
          <a:xfrm>
            <a:off x="3663450" y="1874700"/>
            <a:ext cx="1777200" cy="1958700"/>
          </a:xfrm>
          <a:prstGeom prst="rect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91287"/>
              </a:solidFill>
              <a:latin typeface="Antic Slab"/>
              <a:ea typeface="Antic Slab"/>
              <a:cs typeface="Antic Slab"/>
              <a:sym typeface="Antic Slab"/>
            </a:endParaRPr>
          </a:p>
        </p:txBody>
      </p:sp>
      <p:sp>
        <p:nvSpPr>
          <p:cNvPr id="357" name="Google Shape;357;h727fe2072472b774_0_1092"/>
          <p:cNvSpPr/>
          <p:nvPr/>
        </p:nvSpPr>
        <p:spPr>
          <a:xfrm>
            <a:off x="5692726" y="1874700"/>
            <a:ext cx="1746900" cy="1958700"/>
          </a:xfrm>
          <a:prstGeom prst="rect">
            <a:avLst/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91287"/>
              </a:solidFill>
              <a:latin typeface="Antic Slab"/>
              <a:ea typeface="Antic Slab"/>
              <a:cs typeface="Antic Slab"/>
              <a:sym typeface="Antic Slab"/>
            </a:endParaRPr>
          </a:p>
        </p:txBody>
      </p:sp>
      <p:sp>
        <p:nvSpPr>
          <p:cNvPr id="358" name="Google Shape;358;h727fe2072472b774_0_1092"/>
          <p:cNvSpPr txBox="1"/>
          <p:nvPr>
            <p:ph idx="1" type="subTitle"/>
          </p:nvPr>
        </p:nvSpPr>
        <p:spPr>
          <a:xfrm>
            <a:off x="1789726" y="2687500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59" name="Google Shape;359;h727fe2072472b774_0_1092"/>
          <p:cNvSpPr txBox="1"/>
          <p:nvPr>
            <p:ph type="ctrTitle"/>
          </p:nvPr>
        </p:nvSpPr>
        <p:spPr>
          <a:xfrm>
            <a:off x="1732576" y="2250650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60" name="Google Shape;360;h727fe2072472b774_0_1092"/>
          <p:cNvSpPr txBox="1"/>
          <p:nvPr>
            <p:ph idx="2" type="subTitle"/>
          </p:nvPr>
        </p:nvSpPr>
        <p:spPr>
          <a:xfrm>
            <a:off x="3783900" y="2687500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000"/>
              <a:buNone/>
              <a:defRPr sz="1000">
                <a:solidFill>
                  <a:srgbClr val="F25151"/>
                </a:solidFill>
              </a:defRPr>
            </a:lvl9pPr>
          </a:lstStyle>
          <a:p/>
        </p:txBody>
      </p:sp>
      <p:sp>
        <p:nvSpPr>
          <p:cNvPr id="361" name="Google Shape;361;h727fe2072472b774_0_1092"/>
          <p:cNvSpPr txBox="1"/>
          <p:nvPr>
            <p:ph idx="3" type="ctrTitle"/>
          </p:nvPr>
        </p:nvSpPr>
        <p:spPr>
          <a:xfrm>
            <a:off x="3726750" y="2250650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1200"/>
              <a:buNone/>
              <a:defRPr sz="1200">
                <a:solidFill>
                  <a:srgbClr val="F25151"/>
                </a:solidFill>
              </a:defRPr>
            </a:lvl9pPr>
          </a:lstStyle>
          <a:p/>
        </p:txBody>
      </p:sp>
      <p:sp>
        <p:nvSpPr>
          <p:cNvPr id="362" name="Google Shape;362;h727fe2072472b774_0_1092"/>
          <p:cNvSpPr txBox="1"/>
          <p:nvPr>
            <p:ph idx="4" type="subTitle"/>
          </p:nvPr>
        </p:nvSpPr>
        <p:spPr>
          <a:xfrm>
            <a:off x="5798026" y="2687500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63" name="Google Shape;363;h727fe2072472b774_0_1092"/>
          <p:cNvSpPr txBox="1"/>
          <p:nvPr>
            <p:ph idx="5" type="ctrTitle"/>
          </p:nvPr>
        </p:nvSpPr>
        <p:spPr>
          <a:xfrm>
            <a:off x="5740876" y="2250650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64" name="Google Shape;364;h727fe2072472b774_0_1092"/>
          <p:cNvSpPr txBox="1"/>
          <p:nvPr>
            <p:ph idx="6"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365" name="Google Shape;365;h727fe2072472b774_0_1092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+ design 1">
  <p:cSld name="Title + text + design 1">
    <p:bg>
      <p:bgPr>
        <a:solidFill>
          <a:srgbClr val="FFFFF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h727fe2072472b774_0_1104"/>
          <p:cNvSpPr/>
          <p:nvPr/>
        </p:nvSpPr>
        <p:spPr>
          <a:xfrm flipH="1">
            <a:off x="-84379" y="1749625"/>
            <a:ext cx="4712579" cy="3393868"/>
          </a:xfrm>
          <a:custGeom>
            <a:rect b="b" l="l" r="r" t="t"/>
            <a:pathLst>
              <a:path extrusionOk="0" h="31998" w="44430">
                <a:moveTo>
                  <a:pt x="40231" y="1"/>
                </a:moveTo>
                <a:cubicBezTo>
                  <a:pt x="38589" y="1"/>
                  <a:pt x="36930" y="353"/>
                  <a:pt x="35422" y="1000"/>
                </a:cubicBezTo>
                <a:cubicBezTo>
                  <a:pt x="32332" y="2320"/>
                  <a:pt x="29794" y="4800"/>
                  <a:pt x="27981" y="7643"/>
                </a:cubicBezTo>
                <a:cubicBezTo>
                  <a:pt x="26298" y="10181"/>
                  <a:pt x="25021" y="13140"/>
                  <a:pt x="22483" y="14780"/>
                </a:cubicBezTo>
                <a:cubicBezTo>
                  <a:pt x="20612" y="15925"/>
                  <a:pt x="18378" y="16172"/>
                  <a:pt x="16260" y="16535"/>
                </a:cubicBezTo>
                <a:cubicBezTo>
                  <a:pt x="13664" y="16955"/>
                  <a:pt x="11068" y="17434"/>
                  <a:pt x="8645" y="18464"/>
                </a:cubicBezTo>
                <a:cubicBezTo>
                  <a:pt x="6223" y="19436"/>
                  <a:pt x="3931" y="21002"/>
                  <a:pt x="2423" y="23178"/>
                </a:cubicBezTo>
                <a:cubicBezTo>
                  <a:pt x="667" y="25716"/>
                  <a:pt x="116" y="28922"/>
                  <a:pt x="0" y="31997"/>
                </a:cubicBezTo>
                <a:lnTo>
                  <a:pt x="43515" y="31997"/>
                </a:lnTo>
                <a:cubicBezTo>
                  <a:pt x="43994" y="31997"/>
                  <a:pt x="44429" y="31576"/>
                  <a:pt x="44429" y="31098"/>
                </a:cubicBezTo>
                <a:lnTo>
                  <a:pt x="44429" y="869"/>
                </a:lnTo>
                <a:cubicBezTo>
                  <a:pt x="43122" y="277"/>
                  <a:pt x="41683" y="1"/>
                  <a:pt x="40231" y="1"/>
                </a:cubicBezTo>
                <a:close/>
              </a:path>
            </a:pathLst>
          </a:cu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h727fe2072472b774_0_1104"/>
          <p:cNvSpPr/>
          <p:nvPr/>
        </p:nvSpPr>
        <p:spPr>
          <a:xfrm flipH="1" rot="5400000">
            <a:off x="5090700" y="1368625"/>
            <a:ext cx="2626800" cy="27396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h727fe2072472b774_0_1104"/>
          <p:cNvSpPr txBox="1"/>
          <p:nvPr>
            <p:ph idx="1" type="subTitle"/>
          </p:nvPr>
        </p:nvSpPr>
        <p:spPr>
          <a:xfrm flipH="1">
            <a:off x="5366590" y="1846225"/>
            <a:ext cx="2132100" cy="17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rgbClr val="F3F3F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70" name="Google Shape;370;h727fe2072472b774_0_1104"/>
          <p:cNvSpPr/>
          <p:nvPr/>
        </p:nvSpPr>
        <p:spPr>
          <a:xfrm>
            <a:off x="843200" y="987800"/>
            <a:ext cx="404700" cy="404700"/>
          </a:xfrm>
          <a:prstGeom prst="ellipse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h727fe2072472b774_0_1104"/>
          <p:cNvSpPr/>
          <p:nvPr/>
        </p:nvSpPr>
        <p:spPr>
          <a:xfrm>
            <a:off x="1426400" y="875375"/>
            <a:ext cx="91500" cy="91500"/>
          </a:xfrm>
          <a:prstGeom prst="ellipse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h727fe2072472b774_0_1104"/>
          <p:cNvSpPr/>
          <p:nvPr/>
        </p:nvSpPr>
        <p:spPr>
          <a:xfrm>
            <a:off x="4377575" y="3896825"/>
            <a:ext cx="91500" cy="91500"/>
          </a:xfrm>
          <a:prstGeom prst="ellipse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h727fe2072472b774_0_1104"/>
          <p:cNvSpPr/>
          <p:nvPr/>
        </p:nvSpPr>
        <p:spPr>
          <a:xfrm>
            <a:off x="4628200" y="4051825"/>
            <a:ext cx="91500" cy="91500"/>
          </a:xfrm>
          <a:prstGeom prst="ellipse">
            <a:avLst/>
          </a:pr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h727fe2072472b774_0_1104"/>
          <p:cNvSpPr txBox="1"/>
          <p:nvPr>
            <p:ph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375" name="Google Shape;375;h727fe2072472b774_0_1104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4">
  <p:cSld name="Three columns 4">
    <p:bg>
      <p:bgPr>
        <a:solidFill>
          <a:srgbClr val="FFFFFF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7" name="Google Shape;377;h727fe2072472b774_0_1114"/>
          <p:cNvGrpSpPr/>
          <p:nvPr/>
        </p:nvGrpSpPr>
        <p:grpSpPr>
          <a:xfrm flipH="1" rot="10800000">
            <a:off x="0" y="-548078"/>
            <a:ext cx="5965754" cy="4187397"/>
            <a:chOff x="103" y="1456669"/>
            <a:chExt cx="5909613" cy="4187397"/>
          </a:xfrm>
        </p:grpSpPr>
        <p:grpSp>
          <p:nvGrpSpPr>
            <p:cNvPr id="378" name="Google Shape;378;h727fe2072472b774_0_1114"/>
            <p:cNvGrpSpPr/>
            <p:nvPr/>
          </p:nvGrpSpPr>
          <p:grpSpPr>
            <a:xfrm>
              <a:off x="353849" y="1456669"/>
              <a:ext cx="5555867" cy="4187397"/>
              <a:chOff x="2534179" y="3686075"/>
              <a:chExt cx="1481446" cy="1116550"/>
            </a:xfrm>
          </p:grpSpPr>
          <p:sp>
            <p:nvSpPr>
              <p:cNvPr id="379" name="Google Shape;379;h727fe2072472b774_0_1114"/>
              <p:cNvSpPr/>
              <p:nvPr/>
            </p:nvSpPr>
            <p:spPr>
              <a:xfrm>
                <a:off x="2675325" y="3841600"/>
                <a:ext cx="1340300" cy="961025"/>
              </a:xfrm>
              <a:custGeom>
                <a:rect b="b" l="l" r="r" t="t"/>
                <a:pathLst>
                  <a:path extrusionOk="0" h="38441" w="53612">
                    <a:moveTo>
                      <a:pt x="39043" y="3843"/>
                    </a:moveTo>
                    <a:cubicBezTo>
                      <a:pt x="40256" y="3843"/>
                      <a:pt x="41202" y="4963"/>
                      <a:pt x="40977" y="6167"/>
                    </a:cubicBezTo>
                    <a:cubicBezTo>
                      <a:pt x="40861" y="7023"/>
                      <a:pt x="40194" y="7690"/>
                      <a:pt x="39411" y="7806"/>
                    </a:cubicBezTo>
                    <a:cubicBezTo>
                      <a:pt x="39289" y="7828"/>
                      <a:pt x="39168" y="7838"/>
                      <a:pt x="39051" y="7838"/>
                    </a:cubicBezTo>
                    <a:cubicBezTo>
                      <a:pt x="37828" y="7838"/>
                      <a:pt x="36893" y="6718"/>
                      <a:pt x="37105" y="5514"/>
                    </a:cubicBezTo>
                    <a:cubicBezTo>
                      <a:pt x="37235" y="4658"/>
                      <a:pt x="37888" y="3991"/>
                      <a:pt x="38686" y="3875"/>
                    </a:cubicBezTo>
                    <a:cubicBezTo>
                      <a:pt x="38807" y="3853"/>
                      <a:pt x="38926" y="3843"/>
                      <a:pt x="39043" y="3843"/>
                    </a:cubicBezTo>
                    <a:close/>
                    <a:moveTo>
                      <a:pt x="38299" y="0"/>
                    </a:moveTo>
                    <a:cubicBezTo>
                      <a:pt x="36202" y="0"/>
                      <a:pt x="34126" y="782"/>
                      <a:pt x="32579" y="2251"/>
                    </a:cubicBezTo>
                    <a:cubicBezTo>
                      <a:pt x="31970" y="2845"/>
                      <a:pt x="31187" y="3208"/>
                      <a:pt x="30215" y="3208"/>
                    </a:cubicBezTo>
                    <a:cubicBezTo>
                      <a:pt x="29736" y="3208"/>
                      <a:pt x="29257" y="3092"/>
                      <a:pt x="28822" y="2903"/>
                    </a:cubicBezTo>
                    <a:cubicBezTo>
                      <a:pt x="27607" y="2337"/>
                      <a:pt x="26320" y="2053"/>
                      <a:pt x="25050" y="2053"/>
                    </a:cubicBezTo>
                    <a:cubicBezTo>
                      <a:pt x="23228" y="2053"/>
                      <a:pt x="21441" y="2638"/>
                      <a:pt x="19945" y="3817"/>
                    </a:cubicBezTo>
                    <a:cubicBezTo>
                      <a:pt x="18437" y="5079"/>
                      <a:pt x="17102" y="6602"/>
                      <a:pt x="16014" y="8227"/>
                    </a:cubicBezTo>
                    <a:cubicBezTo>
                      <a:pt x="14201" y="11128"/>
                      <a:pt x="11605" y="13419"/>
                      <a:pt x="8457" y="14696"/>
                    </a:cubicBezTo>
                    <a:cubicBezTo>
                      <a:pt x="8225" y="14812"/>
                      <a:pt x="7978" y="14942"/>
                      <a:pt x="7790" y="15000"/>
                    </a:cubicBezTo>
                    <a:cubicBezTo>
                      <a:pt x="5861" y="15900"/>
                      <a:pt x="4657" y="17960"/>
                      <a:pt x="4889" y="20077"/>
                    </a:cubicBezTo>
                    <a:cubicBezTo>
                      <a:pt x="4961" y="20251"/>
                      <a:pt x="4961" y="20440"/>
                      <a:pt x="4889" y="20672"/>
                    </a:cubicBezTo>
                    <a:cubicBezTo>
                      <a:pt x="4773" y="21528"/>
                      <a:pt x="4106" y="22253"/>
                      <a:pt x="3206" y="22369"/>
                    </a:cubicBezTo>
                    <a:lnTo>
                      <a:pt x="3148" y="22369"/>
                    </a:lnTo>
                    <a:cubicBezTo>
                      <a:pt x="1393" y="22616"/>
                      <a:pt x="59" y="24066"/>
                      <a:pt x="1" y="25821"/>
                    </a:cubicBezTo>
                    <a:lnTo>
                      <a:pt x="1" y="25879"/>
                    </a:lnTo>
                    <a:cubicBezTo>
                      <a:pt x="1" y="32827"/>
                      <a:pt x="6949" y="38441"/>
                      <a:pt x="15536" y="38441"/>
                    </a:cubicBezTo>
                    <a:cubicBezTo>
                      <a:pt x="18611" y="38441"/>
                      <a:pt x="21512" y="37715"/>
                      <a:pt x="23934" y="36453"/>
                    </a:cubicBezTo>
                    <a:cubicBezTo>
                      <a:pt x="26404" y="35103"/>
                      <a:pt x="29139" y="34382"/>
                      <a:pt x="31903" y="34382"/>
                    </a:cubicBezTo>
                    <a:cubicBezTo>
                      <a:pt x="32109" y="34382"/>
                      <a:pt x="32315" y="34386"/>
                      <a:pt x="32521" y="34394"/>
                    </a:cubicBezTo>
                    <a:lnTo>
                      <a:pt x="33536" y="34394"/>
                    </a:lnTo>
                    <a:cubicBezTo>
                      <a:pt x="44604" y="34394"/>
                      <a:pt x="53611" y="26547"/>
                      <a:pt x="53611" y="16814"/>
                    </a:cubicBezTo>
                    <a:cubicBezTo>
                      <a:pt x="53611" y="9503"/>
                      <a:pt x="48535" y="3208"/>
                      <a:pt x="41282" y="553"/>
                    </a:cubicBezTo>
                    <a:cubicBezTo>
                      <a:pt x="40321" y="181"/>
                      <a:pt x="39307" y="0"/>
                      <a:pt x="38299" y="0"/>
                    </a:cubicBezTo>
                    <a:close/>
                  </a:path>
                </a:pathLst>
              </a:custGeom>
              <a:solidFill>
                <a:srgbClr val="FFD8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h727fe2072472b774_0_1114"/>
              <p:cNvSpPr/>
              <p:nvPr/>
            </p:nvSpPr>
            <p:spPr>
              <a:xfrm>
                <a:off x="3646800" y="3686075"/>
                <a:ext cx="90675" cy="89225"/>
              </a:xfrm>
              <a:custGeom>
                <a:rect b="b" l="l" r="r" t="t"/>
                <a:pathLst>
                  <a:path extrusionOk="0" h="3569" w="3627">
                    <a:moveTo>
                      <a:pt x="1814" y="1"/>
                    </a:moveTo>
                    <a:cubicBezTo>
                      <a:pt x="842" y="1"/>
                      <a:pt x="1" y="784"/>
                      <a:pt x="1" y="1814"/>
                    </a:cubicBezTo>
                    <a:cubicBezTo>
                      <a:pt x="1" y="2786"/>
                      <a:pt x="842" y="3569"/>
                      <a:pt x="1814" y="3569"/>
                    </a:cubicBezTo>
                    <a:cubicBezTo>
                      <a:pt x="2786" y="3569"/>
                      <a:pt x="3627" y="2786"/>
                      <a:pt x="3627" y="1814"/>
                    </a:cubicBezTo>
                    <a:cubicBezTo>
                      <a:pt x="3627" y="784"/>
                      <a:pt x="2786" y="1"/>
                      <a:pt x="1814" y="1"/>
                    </a:cubicBezTo>
                    <a:close/>
                  </a:path>
                </a:pathLst>
              </a:custGeom>
              <a:solidFill>
                <a:srgbClr val="FFD8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h727fe2072472b774_0_1114"/>
              <p:cNvSpPr/>
              <p:nvPr/>
            </p:nvSpPr>
            <p:spPr>
              <a:xfrm>
                <a:off x="2534179" y="3874193"/>
                <a:ext cx="152675" cy="152700"/>
              </a:xfrm>
              <a:custGeom>
                <a:rect b="b" l="l" r="r" t="t"/>
                <a:pathLst>
                  <a:path extrusionOk="0" h="6108" w="6107">
                    <a:moveTo>
                      <a:pt x="3075" y="0"/>
                    </a:moveTo>
                    <a:cubicBezTo>
                      <a:pt x="1393" y="0"/>
                      <a:pt x="0" y="1335"/>
                      <a:pt x="0" y="3018"/>
                    </a:cubicBezTo>
                    <a:cubicBezTo>
                      <a:pt x="0" y="4715"/>
                      <a:pt x="1393" y="6107"/>
                      <a:pt x="3075" y="6107"/>
                    </a:cubicBezTo>
                    <a:cubicBezTo>
                      <a:pt x="4772" y="6107"/>
                      <a:pt x="6107" y="4715"/>
                      <a:pt x="6107" y="3018"/>
                    </a:cubicBezTo>
                    <a:cubicBezTo>
                      <a:pt x="6107" y="1335"/>
                      <a:pt x="4772" y="0"/>
                      <a:pt x="3075" y="0"/>
                    </a:cubicBezTo>
                    <a:close/>
                  </a:path>
                </a:pathLst>
              </a:custGeom>
              <a:solidFill>
                <a:srgbClr val="FFD8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h727fe2072472b774_0_1114"/>
              <p:cNvSpPr/>
              <p:nvPr/>
            </p:nvSpPr>
            <p:spPr>
              <a:xfrm>
                <a:off x="2696350" y="3955150"/>
                <a:ext cx="54425" cy="55875"/>
              </a:xfrm>
              <a:custGeom>
                <a:rect b="b" l="l" r="r" t="t"/>
                <a:pathLst>
                  <a:path extrusionOk="0" h="2235" w="2177">
                    <a:moveTo>
                      <a:pt x="1089" y="0"/>
                    </a:moveTo>
                    <a:cubicBezTo>
                      <a:pt x="494" y="0"/>
                      <a:pt x="1" y="537"/>
                      <a:pt x="1" y="1146"/>
                    </a:cubicBezTo>
                    <a:cubicBezTo>
                      <a:pt x="1" y="1755"/>
                      <a:pt x="494" y="2234"/>
                      <a:pt x="1089" y="2234"/>
                    </a:cubicBezTo>
                    <a:cubicBezTo>
                      <a:pt x="1698" y="2234"/>
                      <a:pt x="2177" y="1755"/>
                      <a:pt x="2177" y="1146"/>
                    </a:cubicBezTo>
                    <a:cubicBezTo>
                      <a:pt x="2177" y="537"/>
                      <a:pt x="1698" y="0"/>
                      <a:pt x="1089" y="0"/>
                    </a:cubicBezTo>
                    <a:close/>
                  </a:path>
                </a:pathLst>
              </a:custGeom>
              <a:solidFill>
                <a:srgbClr val="FFD8D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3" name="Google Shape;383;h727fe2072472b774_0_1114"/>
            <p:cNvSpPr/>
            <p:nvPr/>
          </p:nvSpPr>
          <p:spPr>
            <a:xfrm flipH="1">
              <a:off x="103" y="1955775"/>
              <a:ext cx="4426672" cy="3254997"/>
            </a:xfrm>
            <a:custGeom>
              <a:rect b="b" l="l" r="r" t="t"/>
              <a:pathLst>
                <a:path extrusionOk="0" h="31998" w="44430">
                  <a:moveTo>
                    <a:pt x="40231" y="1"/>
                  </a:moveTo>
                  <a:cubicBezTo>
                    <a:pt x="38589" y="1"/>
                    <a:pt x="36930" y="353"/>
                    <a:pt x="35422" y="1000"/>
                  </a:cubicBezTo>
                  <a:cubicBezTo>
                    <a:pt x="32332" y="2320"/>
                    <a:pt x="29794" y="4800"/>
                    <a:pt x="27981" y="7643"/>
                  </a:cubicBezTo>
                  <a:cubicBezTo>
                    <a:pt x="26298" y="10181"/>
                    <a:pt x="25021" y="13140"/>
                    <a:pt x="22483" y="14780"/>
                  </a:cubicBezTo>
                  <a:cubicBezTo>
                    <a:pt x="20612" y="15925"/>
                    <a:pt x="18378" y="16172"/>
                    <a:pt x="16260" y="16535"/>
                  </a:cubicBezTo>
                  <a:cubicBezTo>
                    <a:pt x="13664" y="16955"/>
                    <a:pt x="11068" y="17434"/>
                    <a:pt x="8645" y="18464"/>
                  </a:cubicBezTo>
                  <a:cubicBezTo>
                    <a:pt x="6223" y="19436"/>
                    <a:pt x="3931" y="21002"/>
                    <a:pt x="2423" y="23178"/>
                  </a:cubicBezTo>
                  <a:cubicBezTo>
                    <a:pt x="667" y="25716"/>
                    <a:pt x="116" y="28922"/>
                    <a:pt x="0" y="31997"/>
                  </a:cubicBezTo>
                  <a:lnTo>
                    <a:pt x="43515" y="31997"/>
                  </a:lnTo>
                  <a:cubicBezTo>
                    <a:pt x="43994" y="31997"/>
                    <a:pt x="44429" y="31576"/>
                    <a:pt x="44429" y="31098"/>
                  </a:cubicBezTo>
                  <a:lnTo>
                    <a:pt x="44429" y="869"/>
                  </a:lnTo>
                  <a:cubicBezTo>
                    <a:pt x="43122" y="277"/>
                    <a:pt x="41683" y="1"/>
                    <a:pt x="40231" y="1"/>
                  </a:cubicBezTo>
                  <a:close/>
                </a:path>
              </a:pathLst>
            </a:custGeom>
            <a:solidFill>
              <a:srgbClr val="FFD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h727fe2072472b774_0_1114"/>
            <p:cNvSpPr/>
            <p:nvPr/>
          </p:nvSpPr>
          <p:spPr>
            <a:xfrm flipH="1" rot="10800000">
              <a:off x="1178568" y="1849738"/>
              <a:ext cx="107776" cy="106044"/>
            </a:xfrm>
            <a:custGeom>
              <a:rect b="b" l="l" r="r" t="t"/>
              <a:pathLst>
                <a:path extrusionOk="0" h="3569" w="3627">
                  <a:moveTo>
                    <a:pt x="1814" y="1"/>
                  </a:moveTo>
                  <a:cubicBezTo>
                    <a:pt x="842" y="1"/>
                    <a:pt x="1" y="784"/>
                    <a:pt x="1" y="1814"/>
                  </a:cubicBezTo>
                  <a:cubicBezTo>
                    <a:pt x="1" y="2786"/>
                    <a:pt x="842" y="3569"/>
                    <a:pt x="1814" y="3569"/>
                  </a:cubicBezTo>
                  <a:cubicBezTo>
                    <a:pt x="2786" y="3569"/>
                    <a:pt x="3627" y="2786"/>
                    <a:pt x="3627" y="1814"/>
                  </a:cubicBezTo>
                  <a:cubicBezTo>
                    <a:pt x="3627" y="784"/>
                    <a:pt x="2786" y="1"/>
                    <a:pt x="1814" y="1"/>
                  </a:cubicBezTo>
                  <a:close/>
                </a:path>
              </a:pathLst>
            </a:custGeom>
            <a:solidFill>
              <a:srgbClr val="FFD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h727fe2072472b774_0_1114"/>
            <p:cNvSpPr/>
            <p:nvPr/>
          </p:nvSpPr>
          <p:spPr>
            <a:xfrm flipH="1" rot="10800000">
              <a:off x="788275" y="1486674"/>
              <a:ext cx="64690" cy="66407"/>
            </a:xfrm>
            <a:custGeom>
              <a:rect b="b" l="l" r="r" t="t"/>
              <a:pathLst>
                <a:path extrusionOk="0" h="2235" w="2177">
                  <a:moveTo>
                    <a:pt x="1089" y="0"/>
                  </a:moveTo>
                  <a:cubicBezTo>
                    <a:pt x="494" y="0"/>
                    <a:pt x="1" y="537"/>
                    <a:pt x="1" y="1146"/>
                  </a:cubicBezTo>
                  <a:cubicBezTo>
                    <a:pt x="1" y="1755"/>
                    <a:pt x="494" y="2234"/>
                    <a:pt x="1089" y="2234"/>
                  </a:cubicBezTo>
                  <a:cubicBezTo>
                    <a:pt x="1698" y="2234"/>
                    <a:pt x="2177" y="1755"/>
                    <a:pt x="2177" y="1146"/>
                  </a:cubicBezTo>
                  <a:cubicBezTo>
                    <a:pt x="2177" y="537"/>
                    <a:pt x="1698" y="0"/>
                    <a:pt x="1089" y="0"/>
                  </a:cubicBezTo>
                  <a:close/>
                </a:path>
              </a:pathLst>
            </a:custGeom>
            <a:solidFill>
              <a:srgbClr val="FFD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6" name="Google Shape;386;h727fe2072472b774_0_1114"/>
          <p:cNvSpPr/>
          <p:nvPr/>
        </p:nvSpPr>
        <p:spPr>
          <a:xfrm>
            <a:off x="713500" y="3482250"/>
            <a:ext cx="7716990" cy="1429500"/>
          </a:xfrm>
          <a:custGeom>
            <a:rect b="b" l="l" r="r" t="t"/>
            <a:pathLst>
              <a:path extrusionOk="0" h="4000" w="31690">
                <a:moveTo>
                  <a:pt x="0" y="1"/>
                </a:moveTo>
                <a:lnTo>
                  <a:pt x="0" y="4000"/>
                </a:lnTo>
                <a:lnTo>
                  <a:pt x="31690" y="4000"/>
                </a:lnTo>
                <a:lnTo>
                  <a:pt x="31690" y="1"/>
                </a:lnTo>
                <a:close/>
              </a:path>
            </a:pathLst>
          </a:custGeom>
          <a:solidFill>
            <a:srgbClr val="F251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h727fe2072472b774_0_1114"/>
          <p:cNvSpPr txBox="1"/>
          <p:nvPr>
            <p:ph idx="1" type="subTitle"/>
          </p:nvPr>
        </p:nvSpPr>
        <p:spPr>
          <a:xfrm>
            <a:off x="1717025" y="3988700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88" name="Google Shape;388;h727fe2072472b774_0_1114"/>
          <p:cNvSpPr txBox="1"/>
          <p:nvPr>
            <p:ph type="ctrTitle"/>
          </p:nvPr>
        </p:nvSpPr>
        <p:spPr>
          <a:xfrm>
            <a:off x="1659977" y="3551850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89" name="Google Shape;389;h727fe2072472b774_0_1114"/>
          <p:cNvSpPr txBox="1"/>
          <p:nvPr>
            <p:ph idx="2" type="subTitle"/>
          </p:nvPr>
        </p:nvSpPr>
        <p:spPr>
          <a:xfrm>
            <a:off x="3803800" y="3988700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90" name="Google Shape;390;h727fe2072472b774_0_1114"/>
          <p:cNvSpPr txBox="1"/>
          <p:nvPr>
            <p:ph idx="3" type="ctrTitle"/>
          </p:nvPr>
        </p:nvSpPr>
        <p:spPr>
          <a:xfrm>
            <a:off x="3746752" y="3551850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91" name="Google Shape;391;h727fe2072472b774_0_1114"/>
          <p:cNvSpPr txBox="1"/>
          <p:nvPr>
            <p:ph idx="4" type="subTitle"/>
          </p:nvPr>
        </p:nvSpPr>
        <p:spPr>
          <a:xfrm>
            <a:off x="5890575" y="3988700"/>
            <a:ext cx="1536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92" name="Google Shape;392;h727fe2072472b774_0_1114"/>
          <p:cNvSpPr txBox="1"/>
          <p:nvPr>
            <p:ph idx="5" type="ctrTitle"/>
          </p:nvPr>
        </p:nvSpPr>
        <p:spPr>
          <a:xfrm>
            <a:off x="5833527" y="3551850"/>
            <a:ext cx="165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393" name="Google Shape;393;h727fe2072472b774_0_1114"/>
          <p:cNvSpPr/>
          <p:nvPr/>
        </p:nvSpPr>
        <p:spPr>
          <a:xfrm>
            <a:off x="491900" y="1301125"/>
            <a:ext cx="404700" cy="4047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h727fe2072472b774_0_1114"/>
          <p:cNvSpPr/>
          <p:nvPr/>
        </p:nvSpPr>
        <p:spPr>
          <a:xfrm>
            <a:off x="1189660" y="1559231"/>
            <a:ext cx="108801" cy="106044"/>
          </a:xfrm>
          <a:custGeom>
            <a:rect b="b" l="l" r="r" t="t"/>
            <a:pathLst>
              <a:path extrusionOk="0" h="3569" w="3627">
                <a:moveTo>
                  <a:pt x="1814" y="1"/>
                </a:moveTo>
                <a:cubicBezTo>
                  <a:pt x="842" y="1"/>
                  <a:pt x="1" y="784"/>
                  <a:pt x="1" y="1814"/>
                </a:cubicBezTo>
                <a:cubicBezTo>
                  <a:pt x="1" y="2786"/>
                  <a:pt x="842" y="3569"/>
                  <a:pt x="1814" y="3569"/>
                </a:cubicBezTo>
                <a:cubicBezTo>
                  <a:pt x="2786" y="3569"/>
                  <a:pt x="3627" y="2786"/>
                  <a:pt x="3627" y="1814"/>
                </a:cubicBezTo>
                <a:cubicBezTo>
                  <a:pt x="3627" y="784"/>
                  <a:pt x="2786" y="1"/>
                  <a:pt x="181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h727fe2072472b774_0_1114"/>
          <p:cNvSpPr/>
          <p:nvPr/>
        </p:nvSpPr>
        <p:spPr>
          <a:xfrm>
            <a:off x="6972585" y="1705831"/>
            <a:ext cx="108801" cy="106044"/>
          </a:xfrm>
          <a:custGeom>
            <a:rect b="b" l="l" r="r" t="t"/>
            <a:pathLst>
              <a:path extrusionOk="0" h="3569" w="3627">
                <a:moveTo>
                  <a:pt x="1814" y="1"/>
                </a:moveTo>
                <a:cubicBezTo>
                  <a:pt x="842" y="1"/>
                  <a:pt x="1" y="784"/>
                  <a:pt x="1" y="1814"/>
                </a:cubicBezTo>
                <a:cubicBezTo>
                  <a:pt x="1" y="2786"/>
                  <a:pt x="842" y="3569"/>
                  <a:pt x="1814" y="3569"/>
                </a:cubicBezTo>
                <a:cubicBezTo>
                  <a:pt x="2786" y="3569"/>
                  <a:pt x="3627" y="2786"/>
                  <a:pt x="3627" y="1814"/>
                </a:cubicBezTo>
                <a:cubicBezTo>
                  <a:pt x="3627" y="784"/>
                  <a:pt x="2786" y="1"/>
                  <a:pt x="1814" y="1"/>
                </a:cubicBezTo>
                <a:close/>
              </a:path>
            </a:pathLst>
          </a:custGeom>
          <a:solidFill>
            <a:srgbClr val="FF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h727fe2072472b774_0_1114"/>
          <p:cNvSpPr txBox="1"/>
          <p:nvPr>
            <p:ph idx="6"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397" name="Google Shape;397;h727fe2072472b774_0_1114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+ design 3">
  <p:cSld name="Title + text + design 3">
    <p:bg>
      <p:bgPr>
        <a:solidFill>
          <a:srgbClr val="F25151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h727fe2072472b774_0_1136"/>
          <p:cNvSpPr txBox="1"/>
          <p:nvPr>
            <p:ph idx="1" type="subTitle"/>
          </p:nvPr>
        </p:nvSpPr>
        <p:spPr>
          <a:xfrm>
            <a:off x="1798575" y="1606925"/>
            <a:ext cx="5555400" cy="2629800"/>
          </a:xfrm>
          <a:prstGeom prst="rect">
            <a:avLst/>
          </a:prstGeom>
          <a:noFill/>
          <a:ln cap="flat" cmpd="sng" w="19050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0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400" name="Google Shape;400;h727fe2072472b774_0_1136"/>
          <p:cNvSpPr txBox="1"/>
          <p:nvPr>
            <p:ph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nton"/>
              <a:buNone/>
              <a:defRPr sz="1800"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cxnSp>
        <p:nvCxnSpPr>
          <p:cNvPr id="401" name="Google Shape;401;h727fe2072472b774_0_1136"/>
          <p:cNvCxnSpPr/>
          <p:nvPr/>
        </p:nvCxnSpPr>
        <p:spPr>
          <a:xfrm>
            <a:off x="2973450" y="903175"/>
            <a:ext cx="31971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18" Type="http://schemas.openxmlformats.org/officeDocument/2006/relationships/theme" Target="../theme/theme4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2800"/>
              <a:buFont typeface="Anton"/>
              <a:buNone/>
              <a:defRPr b="0" i="0" sz="2800" u="none" cap="none" strike="noStrike"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2800"/>
              <a:buFont typeface="Oswald"/>
              <a:buNone/>
              <a:defRPr b="0" i="0" sz="2800" u="none" cap="none" strike="noStrike">
                <a:solidFill>
                  <a:srgbClr val="F2515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2800"/>
              <a:buFont typeface="Oswald"/>
              <a:buNone/>
              <a:defRPr b="0" i="0" sz="2800" u="none" cap="none" strike="noStrike">
                <a:solidFill>
                  <a:srgbClr val="F2515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2800"/>
              <a:buFont typeface="Oswald"/>
              <a:buNone/>
              <a:defRPr b="0" i="0" sz="2800" u="none" cap="none" strike="noStrike">
                <a:solidFill>
                  <a:srgbClr val="F2515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2800"/>
              <a:buFont typeface="Oswald"/>
              <a:buNone/>
              <a:defRPr b="0" i="0" sz="2800" u="none" cap="none" strike="noStrike">
                <a:solidFill>
                  <a:srgbClr val="F2515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2800"/>
              <a:buFont typeface="Oswald"/>
              <a:buNone/>
              <a:defRPr b="0" i="0" sz="2800" u="none" cap="none" strike="noStrike">
                <a:solidFill>
                  <a:srgbClr val="F2515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2800"/>
              <a:buFont typeface="Oswald"/>
              <a:buNone/>
              <a:defRPr b="0" i="0" sz="2800" u="none" cap="none" strike="noStrike">
                <a:solidFill>
                  <a:srgbClr val="F2515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2800"/>
              <a:buFont typeface="Oswald"/>
              <a:buNone/>
              <a:defRPr b="0" i="0" sz="2800" u="none" cap="none" strike="noStrike">
                <a:solidFill>
                  <a:srgbClr val="F2515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2800"/>
              <a:buFont typeface="Oswald"/>
              <a:buNone/>
              <a:defRPr b="0" i="0" sz="2800" u="none" cap="none" strike="noStrike">
                <a:solidFill>
                  <a:srgbClr val="F2515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82" name="Google Shape;8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 b="0" i="0" sz="1200" u="none" cap="none" strike="noStrike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 b="0" i="0" sz="1200" u="none" cap="none" strike="noStrike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 b="0" i="0" sz="1200" u="none" cap="none" strike="noStrike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 b="0" i="0" sz="1200" u="none" cap="none" strike="noStrike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 b="0" i="0" sz="1200" u="none" cap="none" strike="noStrike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 b="0" i="0" sz="1200" u="none" cap="none" strike="noStrike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 b="0" i="0" sz="1200" u="none" cap="none" strike="noStrike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 b="0" i="0" sz="1200" u="none" cap="none" strike="noStrike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Anaheim"/>
              <a:buChar char="■"/>
              <a:defRPr b="0" i="0" sz="1200" u="none" cap="none" strike="noStrike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h727fe2072472b774_0_9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2800"/>
              <a:buFont typeface="Anton"/>
              <a:buNone/>
              <a:defRPr b="0" i="0" sz="2800" u="none" cap="none" strike="noStrike">
                <a:solidFill>
                  <a:srgbClr val="F2515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2800"/>
              <a:buFont typeface="Oswald"/>
              <a:buNone/>
              <a:defRPr b="0" i="0" sz="2800" u="none" cap="none" strike="noStrike">
                <a:solidFill>
                  <a:srgbClr val="F2515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2800"/>
              <a:buFont typeface="Oswald"/>
              <a:buNone/>
              <a:defRPr b="0" i="0" sz="2800" u="none" cap="none" strike="noStrike">
                <a:solidFill>
                  <a:srgbClr val="F2515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2800"/>
              <a:buFont typeface="Oswald"/>
              <a:buNone/>
              <a:defRPr b="0" i="0" sz="2800" u="none" cap="none" strike="noStrike">
                <a:solidFill>
                  <a:srgbClr val="F2515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2800"/>
              <a:buFont typeface="Oswald"/>
              <a:buNone/>
              <a:defRPr b="0" i="0" sz="2800" u="none" cap="none" strike="noStrike">
                <a:solidFill>
                  <a:srgbClr val="F2515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2800"/>
              <a:buFont typeface="Oswald"/>
              <a:buNone/>
              <a:defRPr b="0" i="0" sz="2800" u="none" cap="none" strike="noStrike">
                <a:solidFill>
                  <a:srgbClr val="F2515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2800"/>
              <a:buFont typeface="Oswald"/>
              <a:buNone/>
              <a:defRPr b="0" i="0" sz="2800" u="none" cap="none" strike="noStrike">
                <a:solidFill>
                  <a:srgbClr val="F2515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2800"/>
              <a:buFont typeface="Oswald"/>
              <a:buNone/>
              <a:defRPr b="0" i="0" sz="2800" u="none" cap="none" strike="noStrike">
                <a:solidFill>
                  <a:srgbClr val="F2515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5151"/>
              </a:buClr>
              <a:buSzPts val="2800"/>
              <a:buFont typeface="Oswald"/>
              <a:buNone/>
              <a:defRPr b="0" i="0" sz="2800" u="none" cap="none" strike="noStrike">
                <a:solidFill>
                  <a:srgbClr val="F2515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243" name="Google Shape;243;h727fe2072472b774_0_97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 b="0" i="0" sz="1200" u="none" cap="none" strike="noStrike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indent="-3048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 b="0" i="0" sz="1200" u="none" cap="none" strike="noStrike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 b="0" i="0" sz="1200" u="none" cap="none" strike="noStrike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indent="-3048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 b="0" i="0" sz="1200" u="none" cap="none" strike="noStrike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indent="-3048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 b="0" i="0" sz="1200" u="none" cap="none" strike="noStrike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indent="-3048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 b="0" i="0" sz="1200" u="none" cap="none" strike="noStrike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indent="-3048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 b="0" i="0" sz="1200" u="none" cap="none" strike="noStrike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indent="-3048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 b="0" i="0" sz="1200" u="none" cap="none" strike="noStrike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indent="-3048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Anaheim"/>
              <a:buChar char="■"/>
              <a:defRPr b="0" i="0" sz="1200" u="none" cap="none" strike="noStrike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"/>
          <p:cNvSpPr/>
          <p:nvPr/>
        </p:nvSpPr>
        <p:spPr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"/>
          <p:cNvSpPr txBox="1"/>
          <p:nvPr/>
        </p:nvSpPr>
        <p:spPr>
          <a:xfrm>
            <a:off x="135975" y="960125"/>
            <a:ext cx="5526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FFFFFF"/>
                </a:solidFill>
              </a:rPr>
              <a:t>Review về kiến thức tìm hiểu trong quá trình thực tập</a:t>
            </a:r>
            <a:endParaRPr b="1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"/>
          <p:cNvSpPr txBox="1"/>
          <p:nvPr/>
        </p:nvSpPr>
        <p:spPr>
          <a:xfrm>
            <a:off x="1373934" y="2505015"/>
            <a:ext cx="454483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Thực hiện: Ngô Minh Đức  -  Viettel Digital Talent 2026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0" name="Google Shape;41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8952" y="4252310"/>
            <a:ext cx="1516740" cy="616263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411" name="Google Shape;411;p1"/>
          <p:cNvSpPr txBox="1"/>
          <p:nvPr/>
        </p:nvSpPr>
        <p:spPr>
          <a:xfrm>
            <a:off x="1373933" y="2812792"/>
            <a:ext cx="625075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Mentor: Anh</a:t>
            </a:r>
            <a:r>
              <a:rPr lang="en-US">
                <a:solidFill>
                  <a:srgbClr val="FFFFFF"/>
                </a:solidFill>
              </a:rPr>
              <a:t> Nguyễn Long Phú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"/>
          <p:cNvSpPr txBox="1"/>
          <p:nvPr/>
        </p:nvSpPr>
        <p:spPr>
          <a:xfrm>
            <a:off x="1373933" y="3157358"/>
            <a:ext cx="625075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Đơn vị: Team SOCv1 - Công ty An ninh mạng - VCS</a:t>
            </a:r>
            <a:endParaRPr b="0" i="0" sz="1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"/>
          <p:cNvSpPr txBox="1"/>
          <p:nvPr/>
        </p:nvSpPr>
        <p:spPr>
          <a:xfrm>
            <a:off x="0" y="98474"/>
            <a:ext cx="2201700" cy="457200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Nội dung trình bày</a:t>
            </a:r>
            <a:endParaRPr/>
          </a:p>
        </p:txBody>
      </p:sp>
      <p:sp>
        <p:nvSpPr>
          <p:cNvPr id="418" name="Google Shape;418;p2"/>
          <p:cNvSpPr/>
          <p:nvPr/>
        </p:nvSpPr>
        <p:spPr>
          <a:xfrm>
            <a:off x="640080" y="1051560"/>
            <a:ext cx="457200" cy="457200"/>
          </a:xfrm>
          <a:prstGeom prst="ellipse">
            <a:avLst/>
          </a:prstGeom>
          <a:solidFill>
            <a:srgbClr val="ED1B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19" name="Google Shape;419;p2"/>
          <p:cNvSpPr txBox="1"/>
          <p:nvPr/>
        </p:nvSpPr>
        <p:spPr>
          <a:xfrm>
            <a:off x="1663000" y="1120100"/>
            <a:ext cx="61914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Tìm hiểu chương trình đào tạo Backend</a:t>
            </a:r>
            <a:endParaRPr b="1" sz="16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"/>
          <p:cNvSpPr/>
          <p:nvPr/>
        </p:nvSpPr>
        <p:spPr>
          <a:xfrm>
            <a:off x="640080" y="1801367"/>
            <a:ext cx="457200" cy="457200"/>
          </a:xfrm>
          <a:prstGeom prst="ellipse">
            <a:avLst/>
          </a:prstGeom>
          <a:solidFill>
            <a:srgbClr val="ED1B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421" name="Google Shape;421;p2"/>
          <p:cNvSpPr txBox="1"/>
          <p:nvPr/>
        </p:nvSpPr>
        <p:spPr>
          <a:xfrm>
            <a:off x="1663000" y="1869925"/>
            <a:ext cx="61914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Công việc thực hiện trong quá trình OJT</a:t>
            </a:r>
            <a:endParaRPr b="1" sz="1600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"/>
          <p:cNvSpPr txBox="1"/>
          <p:nvPr/>
        </p:nvSpPr>
        <p:spPr>
          <a:xfrm>
            <a:off x="0" y="91450"/>
            <a:ext cx="2754600" cy="457200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lang="en-US" sz="1700">
                <a:solidFill>
                  <a:srgbClr val="FFFFFF"/>
                </a:solidFill>
              </a:rPr>
              <a:t>Chương trình đào tạo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"/>
          <p:cNvSpPr txBox="1"/>
          <p:nvPr/>
        </p:nvSpPr>
        <p:spPr>
          <a:xfrm>
            <a:off x="502920" y="566928"/>
            <a:ext cx="82296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ED1B2F"/>
                </a:solidFill>
              </a:rPr>
              <a:t>Tổng quan:</a:t>
            </a:r>
            <a:endParaRPr b="1" i="0" sz="1400" u="none" cap="none" strike="noStrike">
              <a:solidFill>
                <a:srgbClr val="ED1B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"/>
          <p:cNvSpPr/>
          <p:nvPr/>
        </p:nvSpPr>
        <p:spPr>
          <a:xfrm>
            <a:off x="548640" y="1005840"/>
            <a:ext cx="3931920" cy="1417320"/>
          </a:xfrm>
          <a:prstGeom prst="roundRect">
            <a:avLst>
              <a:gd fmla="val 6000" name="adj"/>
            </a:avLst>
          </a:prstGeom>
          <a:solidFill>
            <a:srgbClr val="F7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"/>
          <p:cNvSpPr/>
          <p:nvPr/>
        </p:nvSpPr>
        <p:spPr>
          <a:xfrm>
            <a:off x="749808" y="1188720"/>
            <a:ext cx="384048" cy="384048"/>
          </a:xfrm>
          <a:prstGeom prst="ellipse">
            <a:avLst/>
          </a:prstGeom>
          <a:solidFill>
            <a:srgbClr val="ED1B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30" name="Google Shape;430;p3"/>
          <p:cNvSpPr txBox="1"/>
          <p:nvPr/>
        </p:nvSpPr>
        <p:spPr>
          <a:xfrm>
            <a:off x="1280160" y="1152144"/>
            <a:ext cx="30174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ED1B2F"/>
                </a:solidFill>
              </a:rPr>
              <a:t>Lập trình và Clean Code </a:t>
            </a:r>
            <a:endParaRPr b="1" i="0" sz="1300" u="none" cap="none" strike="noStrike">
              <a:solidFill>
                <a:srgbClr val="ED1B2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Golang, Lập trình đa luồng, Design Patterns và SOLID.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431" name="Google Shape;431;p3"/>
          <p:cNvSpPr/>
          <p:nvPr/>
        </p:nvSpPr>
        <p:spPr>
          <a:xfrm>
            <a:off x="4709159" y="1005840"/>
            <a:ext cx="3931920" cy="1417320"/>
          </a:xfrm>
          <a:prstGeom prst="roundRect">
            <a:avLst>
              <a:gd fmla="val 6000" name="adj"/>
            </a:avLst>
          </a:prstGeom>
          <a:solidFill>
            <a:srgbClr val="F7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3"/>
          <p:cNvSpPr/>
          <p:nvPr/>
        </p:nvSpPr>
        <p:spPr>
          <a:xfrm>
            <a:off x="4910327" y="1188720"/>
            <a:ext cx="384048" cy="384048"/>
          </a:xfrm>
          <a:prstGeom prst="ellipse">
            <a:avLst/>
          </a:prstGeom>
          <a:solidFill>
            <a:srgbClr val="ED1B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433" name="Google Shape;433;p3"/>
          <p:cNvSpPr txBox="1"/>
          <p:nvPr/>
        </p:nvSpPr>
        <p:spPr>
          <a:xfrm>
            <a:off x="5440679" y="1152144"/>
            <a:ext cx="30174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ED1B2F"/>
                </a:solidFill>
              </a:rPr>
              <a:t>Lưu trữ và Caching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PostgreSQL, Elasticsearch, Redis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434" name="Google Shape;434;p3"/>
          <p:cNvSpPr/>
          <p:nvPr/>
        </p:nvSpPr>
        <p:spPr>
          <a:xfrm>
            <a:off x="548640" y="2624328"/>
            <a:ext cx="3931920" cy="1417320"/>
          </a:xfrm>
          <a:prstGeom prst="roundRect">
            <a:avLst>
              <a:gd fmla="val 6000" name="adj"/>
            </a:avLst>
          </a:prstGeom>
          <a:solidFill>
            <a:srgbClr val="F7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"/>
          <p:cNvSpPr/>
          <p:nvPr/>
        </p:nvSpPr>
        <p:spPr>
          <a:xfrm>
            <a:off x="749808" y="2807208"/>
            <a:ext cx="384048" cy="384048"/>
          </a:xfrm>
          <a:prstGeom prst="ellipse">
            <a:avLst/>
          </a:prstGeom>
          <a:solidFill>
            <a:srgbClr val="ED1B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436" name="Google Shape;436;p3"/>
          <p:cNvSpPr txBox="1"/>
          <p:nvPr/>
        </p:nvSpPr>
        <p:spPr>
          <a:xfrm>
            <a:off x="1280160" y="2770632"/>
            <a:ext cx="30174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ED1B2F"/>
                </a:solidFill>
              </a:rPr>
              <a:t>Truyền thông và Message Queue</a:t>
            </a:r>
            <a:endParaRPr b="1" i="0" sz="1300" u="none" cap="none" strike="noStrike">
              <a:solidFill>
                <a:srgbClr val="ED1B2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OpenAPI/gRPC, Apache Kafka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437" name="Google Shape;437;p3"/>
          <p:cNvSpPr/>
          <p:nvPr/>
        </p:nvSpPr>
        <p:spPr>
          <a:xfrm>
            <a:off x="4709159" y="2624328"/>
            <a:ext cx="3931920" cy="1417320"/>
          </a:xfrm>
          <a:prstGeom prst="roundRect">
            <a:avLst>
              <a:gd fmla="val 6000" name="adj"/>
            </a:avLst>
          </a:prstGeom>
          <a:solidFill>
            <a:srgbClr val="F7F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"/>
          <p:cNvSpPr/>
          <p:nvPr/>
        </p:nvSpPr>
        <p:spPr>
          <a:xfrm>
            <a:off x="4910327" y="2807208"/>
            <a:ext cx="384048" cy="384048"/>
          </a:xfrm>
          <a:prstGeom prst="ellipse">
            <a:avLst/>
          </a:prstGeom>
          <a:solidFill>
            <a:srgbClr val="ED1B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439" name="Google Shape;439;p3"/>
          <p:cNvSpPr txBox="1"/>
          <p:nvPr/>
        </p:nvSpPr>
        <p:spPr>
          <a:xfrm>
            <a:off x="5440679" y="2770632"/>
            <a:ext cx="3017400" cy="4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ED1B2F"/>
                </a:solidFill>
              </a:rPr>
              <a:t>Môi trường và kiến trúc</a:t>
            </a:r>
            <a:endParaRPr b="1" i="0" sz="1300" u="none" cap="none" strike="noStrike">
              <a:solidFill>
                <a:srgbClr val="ED1B2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Arial"/>
              <a:buNone/>
            </a:pP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Docker, Microservices Architecture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1"/>
          <p:cNvSpPr txBox="1"/>
          <p:nvPr/>
        </p:nvSpPr>
        <p:spPr>
          <a:xfrm>
            <a:off x="0" y="91440"/>
            <a:ext cx="2708031" cy="414997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</a:rPr>
              <a:t>1. Chương trình đào tạo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1"/>
          <p:cNvSpPr txBox="1"/>
          <p:nvPr/>
        </p:nvSpPr>
        <p:spPr>
          <a:xfrm>
            <a:off x="502920" y="566928"/>
            <a:ext cx="8229600" cy="273921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D1B2F"/>
                </a:solidFill>
              </a:rPr>
              <a:t>Lập trình Golang và Multithreading</a:t>
            </a:r>
            <a:endParaRPr b="1" i="0" sz="1300" u="none" cap="none" strike="noStrike">
              <a:solidFill>
                <a:srgbClr val="ED1B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1"/>
          <p:cNvSpPr txBox="1"/>
          <p:nvPr/>
        </p:nvSpPr>
        <p:spPr>
          <a:xfrm>
            <a:off x="502929" y="1005850"/>
            <a:ext cx="8144100" cy="22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Ứng dụng và cú pháp nền tảng trong Go:</a:t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Function: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Input (Variadic function), Output (Multiple return), Error handling (recover/panic)..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Cấu trúc mã nguồn: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For-loop, Package, Import, Go module, Naming Convention.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Cấu trúc dữ liệu và Multithreading::</a:t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Data Structures: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Các dạng dữ liệu trong Go như Array, Slice, Map, Struct,...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Multithreading: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Goroutines, Channels và xử lý bất đồng bộ.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Common Packages: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Tận dụng các thư viện chuẩn của Go ecosystem (math, math/rand, crypto/rand, sort,..)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h727fe2072472b774_0_1308"/>
          <p:cNvSpPr txBox="1"/>
          <p:nvPr/>
        </p:nvSpPr>
        <p:spPr>
          <a:xfrm>
            <a:off x="0" y="91440"/>
            <a:ext cx="2708100" cy="414900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</a:rPr>
              <a:t>1. Chương trình đào tạo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h727fe2072472b774_0_1308"/>
          <p:cNvSpPr txBox="1"/>
          <p:nvPr/>
        </p:nvSpPr>
        <p:spPr>
          <a:xfrm>
            <a:off x="502920" y="566928"/>
            <a:ext cx="8229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D1B2F"/>
                </a:solidFill>
                <a:latin typeface="Roboto"/>
                <a:ea typeface="Roboto"/>
                <a:cs typeface="Roboto"/>
                <a:sym typeface="Roboto"/>
              </a:rPr>
              <a:t>Cơ sở dữ liệu Quan hệ – PostgreSQL</a:t>
            </a:r>
            <a:endParaRPr b="1" i="0" sz="1500" u="none" cap="none" strike="noStrike">
              <a:solidFill>
                <a:srgbClr val="ED1B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h727fe2072472b774_0_1308"/>
          <p:cNvSpPr txBox="1"/>
          <p:nvPr/>
        </p:nvSpPr>
        <p:spPr>
          <a:xfrm>
            <a:off x="502926" y="1005850"/>
            <a:ext cx="4873200" cy="28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Ứng dụng và Cú pháp nền tảng trong Go:</a:t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Thao tác và Quan hệ:</a:t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CRUD: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Thao tác dữ liệu chuẩn.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Liên kết dữ liệu: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Foreign key, Join, Sub-query.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Tối ưu hóa và Quản trị:</a:t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Index và Partition: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Đánh chỉ mục và phân vùng bảng nâng cao hiệu năng.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Transaction: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Quản lý giao dịch đảm bảo tính toàn vẹn dữ liệu (ACID).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454" name="Google Shape;454;h727fe2072472b774_0_13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4578" y="385500"/>
            <a:ext cx="3522539" cy="3699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h727fe2072472b774_0_1317"/>
          <p:cNvSpPr txBox="1"/>
          <p:nvPr/>
        </p:nvSpPr>
        <p:spPr>
          <a:xfrm>
            <a:off x="0" y="91440"/>
            <a:ext cx="2708100" cy="414900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</a:rPr>
              <a:t>1. Chương trình đào tạo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h727fe2072472b774_0_1317"/>
          <p:cNvSpPr txBox="1"/>
          <p:nvPr/>
        </p:nvSpPr>
        <p:spPr>
          <a:xfrm>
            <a:off x="502920" y="566928"/>
            <a:ext cx="8229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D1B2F"/>
                </a:solidFill>
                <a:latin typeface="Roboto"/>
                <a:ea typeface="Roboto"/>
                <a:cs typeface="Roboto"/>
                <a:sym typeface="Roboto"/>
              </a:rPr>
              <a:t>Tìm kiếm và Phân tích – Elasticsearch</a:t>
            </a:r>
            <a:r>
              <a:rPr b="1" lang="en-US" sz="1300">
                <a:solidFill>
                  <a:srgbClr val="ED1B2F"/>
                </a:solidFill>
              </a:rPr>
              <a:t> </a:t>
            </a:r>
            <a:endParaRPr b="1" i="0" sz="1300" u="none" cap="none" strike="noStrike">
              <a:solidFill>
                <a:srgbClr val="ED1B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h727fe2072472b774_0_1317"/>
          <p:cNvSpPr txBox="1"/>
          <p:nvPr/>
        </p:nvSpPr>
        <p:spPr>
          <a:xfrm>
            <a:off x="502925" y="1005850"/>
            <a:ext cx="4498500" cy="27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Tổng quan và So sánh: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Ưu/nhược điểm của Elasticsearch so với SQL và NoSQL Database.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Tính năng cốt lõi:</a:t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CRUD: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Thao tác dữ liệu.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Aggregate: 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Thao tác truy vấn gom nhóm/thống kê.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Index/ Search Algorithm: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Thuật toán tìm kiếm toàn văn (Full-text search) siêu tốc.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462" name="Google Shape;462;h727fe2072472b774_0_13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7250" y="566925"/>
            <a:ext cx="3483449" cy="3713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h727fe2072472b774_0_1325"/>
          <p:cNvSpPr txBox="1"/>
          <p:nvPr/>
        </p:nvSpPr>
        <p:spPr>
          <a:xfrm>
            <a:off x="0" y="91440"/>
            <a:ext cx="2708100" cy="414900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</a:rPr>
              <a:t>1. Chương trình đào tạo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h727fe2072472b774_0_1325"/>
          <p:cNvSpPr txBox="1"/>
          <p:nvPr/>
        </p:nvSpPr>
        <p:spPr>
          <a:xfrm>
            <a:off x="502920" y="566928"/>
            <a:ext cx="8229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D1B2F"/>
                </a:solidFill>
                <a:latin typeface="Roboto"/>
                <a:ea typeface="Roboto"/>
                <a:cs typeface="Roboto"/>
                <a:sym typeface="Roboto"/>
              </a:rPr>
              <a:t>Thiết kế Giao tiếp API – OpenAPI và gRPC</a:t>
            </a:r>
            <a:r>
              <a:rPr b="1" lang="en-US" sz="1300">
                <a:solidFill>
                  <a:srgbClr val="ED1B2F"/>
                </a:solidFill>
              </a:rPr>
              <a:t> </a:t>
            </a:r>
            <a:endParaRPr b="1" i="0" sz="1300" u="none" cap="none" strike="noStrike">
              <a:solidFill>
                <a:srgbClr val="ED1B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h727fe2072472b774_0_1325"/>
          <p:cNvSpPr txBox="1"/>
          <p:nvPr/>
        </p:nvSpPr>
        <p:spPr>
          <a:xfrm>
            <a:off x="502925" y="1005850"/>
            <a:ext cx="3771600" cy="2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OpenAPI (RESTful):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Chuẩn hóa tài liệu, định nghĩa API contract minh bạch, gồm các khối chính: info, Servers, Paths, components/schemas, component/securitySchemes, $ref,...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gRPC: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Giao tiếp giữa các microservices hiệu năng cao với Protocol Buffers qua giao thức truyền tải HTTP/2.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470" name="Google Shape;470;h727fe2072472b774_0_13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4525" y="566925"/>
            <a:ext cx="4115936" cy="3239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h727fe2072472b774_0_1333"/>
          <p:cNvSpPr txBox="1"/>
          <p:nvPr/>
        </p:nvSpPr>
        <p:spPr>
          <a:xfrm>
            <a:off x="0" y="91440"/>
            <a:ext cx="2708100" cy="414900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</a:rPr>
              <a:t>1. Chương trình đào tạo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h727fe2072472b774_0_1333"/>
          <p:cNvSpPr txBox="1"/>
          <p:nvPr/>
        </p:nvSpPr>
        <p:spPr>
          <a:xfrm>
            <a:off x="502920" y="566928"/>
            <a:ext cx="8229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D1B2F"/>
                </a:solidFill>
                <a:latin typeface="Roboto"/>
                <a:ea typeface="Roboto"/>
                <a:cs typeface="Roboto"/>
                <a:sym typeface="Roboto"/>
              </a:rPr>
              <a:t>Caching và In-Memory Storage – Redis</a:t>
            </a:r>
            <a:r>
              <a:rPr b="1" lang="en-US" sz="1300">
                <a:solidFill>
                  <a:srgbClr val="ED1B2F"/>
                </a:solidFill>
              </a:rPr>
              <a:t> </a:t>
            </a:r>
            <a:endParaRPr b="1" i="0" sz="1300" u="none" cap="none" strike="noStrike">
              <a:solidFill>
                <a:srgbClr val="ED1B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h727fe2072472b774_0_1333"/>
          <p:cNvSpPr txBox="1"/>
          <p:nvPr/>
        </p:nvSpPr>
        <p:spPr>
          <a:xfrm>
            <a:off x="502927" y="1005850"/>
            <a:ext cx="3727500" cy="26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Tổng quan: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Khái niệm, kiến trúc lưu trữ In-memory và mục đích sử dụng (Cache, Session, Rate limiting).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Thao tác: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Các câu lệnh CRUD trên các cấu trúc dữ liệu chính của Redis như: String, hash, list, set, sorted set,...</a:t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478" name="Google Shape;478;h727fe2072472b774_0_13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8175" y="506350"/>
            <a:ext cx="4074350" cy="4277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h727fe2072472b774_0_1341"/>
          <p:cNvSpPr txBox="1"/>
          <p:nvPr/>
        </p:nvSpPr>
        <p:spPr>
          <a:xfrm>
            <a:off x="0" y="91440"/>
            <a:ext cx="2708100" cy="414900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</a:rPr>
              <a:t>1. Chương trình đào tạo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h727fe2072472b774_0_1341"/>
          <p:cNvSpPr txBox="1"/>
          <p:nvPr/>
        </p:nvSpPr>
        <p:spPr>
          <a:xfrm>
            <a:off x="502920" y="566928"/>
            <a:ext cx="8229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D1B2F"/>
                </a:solidFill>
                <a:latin typeface="Roboto"/>
                <a:ea typeface="Roboto"/>
                <a:cs typeface="Roboto"/>
                <a:sym typeface="Roboto"/>
              </a:rPr>
              <a:t>Hàng đợi Thông điệp – Apache Kafka</a:t>
            </a:r>
            <a:r>
              <a:rPr b="1" lang="en-US" sz="1300">
                <a:solidFill>
                  <a:srgbClr val="ED1B2F"/>
                </a:solidFill>
              </a:rPr>
              <a:t>:</a:t>
            </a:r>
            <a:endParaRPr b="1" i="0" sz="1300" u="none" cap="none" strike="noStrike">
              <a:solidFill>
                <a:srgbClr val="ED1B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h727fe2072472b774_0_1341"/>
          <p:cNvSpPr txBox="1"/>
          <p:nvPr/>
        </p:nvSpPr>
        <p:spPr>
          <a:xfrm>
            <a:off x="502925" y="1005850"/>
            <a:ext cx="4608900" cy="2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Tổng quan: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Khái niệm và mô hình Event Streaming phân tán.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Mục đích sử dụng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: Event-Driven Architecture, Log Aggregation, Stream Processing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So sánh Message Queue: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Ưu/nhược điểm so với RabbitMQ và Redis Pub/Sub.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Mô hình vận hành: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Cơ chế hoạt động của Producer, Consumer, Topic và Partition.</a:t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486" name="Google Shape;486;h727fe2072472b774_0_13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5150" y="566925"/>
            <a:ext cx="4022276" cy="3136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h727fe2072472b774_0_1349"/>
          <p:cNvSpPr txBox="1"/>
          <p:nvPr/>
        </p:nvSpPr>
        <p:spPr>
          <a:xfrm>
            <a:off x="0" y="91440"/>
            <a:ext cx="2708100" cy="414900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</a:rPr>
              <a:t>1. Chương trình đào tạo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h727fe2072472b774_0_1349"/>
          <p:cNvSpPr txBox="1"/>
          <p:nvPr/>
        </p:nvSpPr>
        <p:spPr>
          <a:xfrm>
            <a:off x="502920" y="566928"/>
            <a:ext cx="8229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D1B2F"/>
                </a:solidFill>
                <a:latin typeface="Roboto"/>
                <a:ea typeface="Roboto"/>
                <a:cs typeface="Roboto"/>
                <a:sym typeface="Roboto"/>
              </a:rPr>
              <a:t>Clean Code, SOLID &amp; Design Patterns</a:t>
            </a:r>
            <a:r>
              <a:rPr b="1" lang="en-US" sz="1300">
                <a:solidFill>
                  <a:srgbClr val="ED1B2F"/>
                </a:solidFill>
              </a:rPr>
              <a:t>:</a:t>
            </a:r>
            <a:endParaRPr b="1" i="0" sz="1300" u="none" cap="none" strike="noStrike">
              <a:solidFill>
                <a:srgbClr val="ED1B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h727fe2072472b774_0_1349"/>
          <p:cNvSpPr txBox="1"/>
          <p:nvPr/>
        </p:nvSpPr>
        <p:spPr>
          <a:xfrm>
            <a:off x="502925" y="1005850"/>
            <a:ext cx="7736700" cy="26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Kiến thức Lý thuyết:</a:t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Design Patterns :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Các mẫu thiết kế phần mềm tối ưu gồm 3 nhóm chính: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Creational Pattern</a:t>
            </a:r>
            <a:r>
              <a:rPr lang="en-US" sz="1100">
                <a:solidFill>
                  <a:schemeClr val="dk1"/>
                </a:solidFill>
              </a:rPr>
              <a:t>,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Structural Pattern</a:t>
            </a:r>
            <a:r>
              <a:rPr lang="en-US" sz="1100">
                <a:solidFill>
                  <a:schemeClr val="dk1"/>
                </a:solidFill>
              </a:rPr>
              <a:t>,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Behavioral Pattern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Nguyên lý SOLID: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5 nguyên tắc thiết kế mã nguồn dễ mở rộng và bảo trì: Single Responsibility Principle, Open/Closed Principle, Liskov Substitution Principle, Interface Segregation Principle, Dependency Inversion Principle.</a:t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h727fe2072472b774_0_1357"/>
          <p:cNvSpPr txBox="1"/>
          <p:nvPr/>
        </p:nvSpPr>
        <p:spPr>
          <a:xfrm>
            <a:off x="0" y="91440"/>
            <a:ext cx="2708100" cy="414900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</a:rPr>
              <a:t>1. Chương trình đào tạo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h727fe2072472b774_0_1357"/>
          <p:cNvSpPr txBox="1"/>
          <p:nvPr/>
        </p:nvSpPr>
        <p:spPr>
          <a:xfrm>
            <a:off x="502920" y="566928"/>
            <a:ext cx="8229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D1B2F"/>
                </a:solidFill>
                <a:latin typeface="Roboto"/>
                <a:ea typeface="Roboto"/>
                <a:cs typeface="Roboto"/>
                <a:sym typeface="Roboto"/>
              </a:rPr>
              <a:t>Docker và Kiến trúc Microservices</a:t>
            </a:r>
            <a:r>
              <a:rPr b="1" lang="en-US" sz="1300">
                <a:solidFill>
                  <a:srgbClr val="ED1B2F"/>
                </a:solidFill>
              </a:rPr>
              <a:t> </a:t>
            </a:r>
            <a:endParaRPr b="1" i="0" sz="1300" u="none" cap="none" strike="noStrike">
              <a:solidFill>
                <a:srgbClr val="ED1B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h727fe2072472b774_0_1357"/>
          <p:cNvSpPr txBox="1"/>
          <p:nvPr/>
        </p:nvSpPr>
        <p:spPr>
          <a:xfrm>
            <a:off x="502927" y="1005850"/>
            <a:ext cx="4212300" cy="24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Docker: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Container hóa ứng dụng, chuẩn hóa môi trường phát triển và triển khai.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Microservices Patterns:</a:t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Decomposition patterns </a:t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API Gateway.</a:t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Inter-process communication</a:t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Service discovery.</a:t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Data management </a:t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Configuration management.</a:t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01" name="Google Shape;501;h727fe2072472b774_0_13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5225" y="566924"/>
            <a:ext cx="4123975" cy="323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h727fe2072472b774_0_1365"/>
          <p:cNvSpPr txBox="1"/>
          <p:nvPr/>
        </p:nvSpPr>
        <p:spPr>
          <a:xfrm>
            <a:off x="0" y="91450"/>
            <a:ext cx="3349500" cy="414900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</a:rPr>
              <a:t>2. Công việc đã thực hiện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h727fe2072472b774_0_1365"/>
          <p:cNvSpPr txBox="1"/>
          <p:nvPr/>
        </p:nvSpPr>
        <p:spPr>
          <a:xfrm>
            <a:off x="502920" y="566928"/>
            <a:ext cx="8229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D1B2F"/>
                </a:solidFill>
                <a:latin typeface="Roboto"/>
                <a:ea typeface="Roboto"/>
                <a:cs typeface="Roboto"/>
                <a:sym typeface="Roboto"/>
              </a:rPr>
              <a:t>Review Tài liệu và Mã nguồn Hệ thống VCS-CyCir</a:t>
            </a:r>
            <a:r>
              <a:rPr b="1" lang="en-US" sz="1300">
                <a:solidFill>
                  <a:srgbClr val="ED1B2F"/>
                </a:solidFill>
              </a:rPr>
              <a:t>:</a:t>
            </a:r>
            <a:endParaRPr b="1" i="0" sz="1300" u="none" cap="none" strike="noStrike">
              <a:solidFill>
                <a:srgbClr val="ED1B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h727fe2072472b774_0_1365"/>
          <p:cNvSpPr txBox="1"/>
          <p:nvPr/>
        </p:nvSpPr>
        <p:spPr>
          <a:xfrm>
            <a:off x="502929" y="1005850"/>
            <a:ext cx="8144100" cy="24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Nghiên cứu tài liệu: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Review đặc tả hệ thống và thiết kế chi tiết VCS-CyCir.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Review 8 Repositories thuộc nhóm SOAR</a:t>
            </a:r>
            <a:r>
              <a:rPr b="1" baseline="30000" lang="en-US" sz="13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]</a:t>
            </a: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lang="en-US" sz="1100">
                <a:solidFill>
                  <a:srgbClr val="1F1F1F"/>
                </a:solidFill>
                <a:highlight>
                  <a:srgbClr val="F1F3F4"/>
                </a:highlight>
              </a:rPr>
              <a:t>soar-portal</a:t>
            </a:r>
            <a:endParaRPr sz="1100">
              <a:solidFill>
                <a:srgbClr val="1F1F1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lang="en-US" sz="1100">
                <a:solidFill>
                  <a:srgbClr val="1F1F1F"/>
                </a:solidFill>
                <a:highlight>
                  <a:srgbClr val="F1F3F4"/>
                </a:highlight>
              </a:rPr>
              <a:t>datalayer</a:t>
            </a:r>
            <a:endParaRPr sz="1100">
              <a:solidFill>
                <a:srgbClr val="1F1F1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lang="en-US" sz="1100">
                <a:solidFill>
                  <a:srgbClr val="1F1F1F"/>
                </a:solidFill>
                <a:highlight>
                  <a:srgbClr val="F1F3F4"/>
                </a:highlight>
              </a:rPr>
              <a:t>soar-api</a:t>
            </a:r>
            <a:r>
              <a:rPr lang="en-US" sz="1100">
                <a:solidFill>
                  <a:srgbClr val="1F1F1F"/>
                </a:solidFill>
              </a:rPr>
              <a:t>, </a:t>
            </a:r>
            <a:r>
              <a:rPr lang="en-US" sz="1100">
                <a:solidFill>
                  <a:srgbClr val="1F1F1F"/>
                </a:solidFill>
                <a:highlight>
                  <a:srgbClr val="F1F3F4"/>
                </a:highlight>
              </a:rPr>
              <a:t>ticket-api</a:t>
            </a:r>
            <a:r>
              <a:rPr lang="en-US" sz="1100">
                <a:solidFill>
                  <a:srgbClr val="1F1F1F"/>
                </a:solidFill>
              </a:rPr>
              <a:t>.</a:t>
            </a:r>
            <a:endParaRPr sz="1100">
              <a:solidFill>
                <a:srgbClr val="1F1F1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lang="en-US" sz="1100">
                <a:solidFill>
                  <a:srgbClr val="1F1F1F"/>
                </a:solidFill>
                <a:highlight>
                  <a:srgbClr val="F1F3F4"/>
                </a:highlight>
              </a:rPr>
              <a:t>orchestration-engine</a:t>
            </a:r>
            <a:endParaRPr sz="1100">
              <a:solidFill>
                <a:srgbClr val="1F1F1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lang="en-US" sz="1100">
                <a:solidFill>
                  <a:srgbClr val="1F1F1F"/>
                </a:solidFill>
                <a:highlight>
                  <a:srgbClr val="F1F3F4"/>
                </a:highlight>
              </a:rPr>
              <a:t>data-ingestion</a:t>
            </a:r>
            <a:r>
              <a:rPr lang="en-US" sz="1100">
                <a:solidFill>
                  <a:srgbClr val="1F1F1F"/>
                </a:solidFill>
              </a:rPr>
              <a:t>, </a:t>
            </a:r>
            <a:r>
              <a:rPr lang="en-US" sz="1100">
                <a:solidFill>
                  <a:srgbClr val="1F1F1F"/>
                </a:solidFill>
                <a:highlight>
                  <a:srgbClr val="F1F3F4"/>
                </a:highlight>
              </a:rPr>
              <a:t>data-ingestion-poller</a:t>
            </a:r>
            <a:r>
              <a:rPr lang="en-US" sz="1100">
                <a:solidFill>
                  <a:srgbClr val="1F1F1F"/>
                </a:solidFill>
              </a:rPr>
              <a:t>, </a:t>
            </a:r>
            <a:r>
              <a:rPr lang="en-US" sz="1100">
                <a:solidFill>
                  <a:srgbClr val="1F1F1F"/>
                </a:solidFill>
                <a:highlight>
                  <a:srgbClr val="F1F3F4"/>
                </a:highlight>
              </a:rPr>
              <a:t>data-ingestion-worker</a:t>
            </a:r>
            <a:r>
              <a:rPr lang="en-US" sz="1100">
                <a:solidFill>
                  <a:srgbClr val="1F1F1F"/>
                </a:solidFill>
              </a:rPr>
              <a:t>.</a:t>
            </a:r>
            <a:endParaRPr sz="11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h727fe2072472b774_0_1373"/>
          <p:cNvSpPr txBox="1"/>
          <p:nvPr/>
        </p:nvSpPr>
        <p:spPr>
          <a:xfrm>
            <a:off x="0" y="91450"/>
            <a:ext cx="3349500" cy="414900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</a:rPr>
              <a:t>2. Công việc đã thực hiện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h727fe2072472b774_0_1373"/>
          <p:cNvSpPr txBox="1"/>
          <p:nvPr/>
        </p:nvSpPr>
        <p:spPr>
          <a:xfrm>
            <a:off x="502920" y="566928"/>
            <a:ext cx="8229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D1B2F"/>
                </a:solidFill>
                <a:latin typeface="Roboto"/>
                <a:ea typeface="Roboto"/>
                <a:cs typeface="Roboto"/>
                <a:sym typeface="Roboto"/>
              </a:rPr>
              <a:t>Nghiên cứu Luồng Nghiệp vụ Cốt lõi</a:t>
            </a:r>
            <a:r>
              <a:rPr b="1" lang="en-US" sz="1300">
                <a:solidFill>
                  <a:srgbClr val="ED1B2F"/>
                </a:solidFill>
              </a:rPr>
              <a:t> </a:t>
            </a:r>
            <a:endParaRPr b="1" i="0" sz="1300" u="none" cap="none" strike="noStrike">
              <a:solidFill>
                <a:srgbClr val="ED1B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h727fe2072472b774_0_1373"/>
          <p:cNvSpPr txBox="1"/>
          <p:nvPr/>
        </p:nvSpPr>
        <p:spPr>
          <a:xfrm>
            <a:off x="502929" y="1005850"/>
            <a:ext cx="8144100" cy="15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Nghiên cứu và Phân tích nghiệp vụ hệ thống:</a:t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Luồng tiếp nhận và phân loại Cảnh báo (</a:t>
            </a: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Alert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Quy trình khởi tạo, xử lý Hồ sơ &amp; Yêu cầu (</a:t>
            </a: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Case, Ticket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Kiểm soát chỉ số cam kết chất lượng dịch vụ (</a:t>
            </a: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SLA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Luồng tự động hóa và điều phối kịch bản phản ứng (</a:t>
            </a: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Orchestration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h3e09a97ac2bb90ee_0_11"/>
          <p:cNvSpPr txBox="1"/>
          <p:nvPr/>
        </p:nvSpPr>
        <p:spPr>
          <a:xfrm>
            <a:off x="0" y="91450"/>
            <a:ext cx="3349500" cy="414900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</a:rPr>
              <a:t>2. Công việc đã thực hiện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h3e09a97ac2bb90ee_0_11"/>
          <p:cNvSpPr txBox="1"/>
          <p:nvPr/>
        </p:nvSpPr>
        <p:spPr>
          <a:xfrm>
            <a:off x="502920" y="566928"/>
            <a:ext cx="8229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D1B2F"/>
                </a:solidFill>
                <a:latin typeface="Roboto"/>
                <a:ea typeface="Roboto"/>
                <a:cs typeface="Roboto"/>
                <a:sym typeface="Roboto"/>
              </a:rPr>
              <a:t>Luồng Alert:</a:t>
            </a:r>
            <a:endParaRPr b="1" i="0" sz="1300" u="none" cap="none" strike="noStrike">
              <a:solidFill>
                <a:srgbClr val="ED1B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h3e09a97ac2bb90ee_0_11"/>
          <p:cNvSpPr txBox="1"/>
          <p:nvPr/>
        </p:nvSpPr>
        <p:spPr>
          <a:xfrm>
            <a:off x="502925" y="1005850"/>
            <a:ext cx="7582800" cy="5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Alert chỉ có 2 trạng thái, là hàng đợi phân loại; mọi thay đổi phát event và có thể kích hoạt Playbook, SLA, gom nhóm.    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3" name="Google Shape;523;h3e09a97ac2bb90ee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0800" y="1526775"/>
            <a:ext cx="6246176" cy="2929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h3e09a97ac2bb90ee_0_17"/>
          <p:cNvSpPr txBox="1"/>
          <p:nvPr/>
        </p:nvSpPr>
        <p:spPr>
          <a:xfrm>
            <a:off x="0" y="91450"/>
            <a:ext cx="3349500" cy="414900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</a:rPr>
              <a:t>2. Công việc đã thực hiện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h3e09a97ac2bb90ee_0_17"/>
          <p:cNvSpPr txBox="1"/>
          <p:nvPr/>
        </p:nvSpPr>
        <p:spPr>
          <a:xfrm>
            <a:off x="502920" y="566928"/>
            <a:ext cx="8229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D1B2F"/>
                </a:solidFill>
                <a:latin typeface="Roboto"/>
                <a:ea typeface="Roboto"/>
                <a:cs typeface="Roboto"/>
                <a:sym typeface="Roboto"/>
              </a:rPr>
              <a:t>Luồng Case:</a:t>
            </a:r>
            <a:endParaRPr b="1" i="0" sz="1300" u="none" cap="none" strike="noStrike">
              <a:solidFill>
                <a:srgbClr val="ED1B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h3e09a97ac2bb90ee_0_17"/>
          <p:cNvSpPr txBox="1"/>
          <p:nvPr/>
        </p:nvSpPr>
        <p:spPr>
          <a:xfrm>
            <a:off x="502929" y="1005850"/>
            <a:ext cx="81441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Case sinh ra từ 3 nguồn; có ID riêng, bộ đếm ticket và 3 đồng hồ đo thời gian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1" name="Google Shape;531;h3e09a97ac2bb90ee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9300" y="1443725"/>
            <a:ext cx="6405401" cy="288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h3e09a97ac2bb90ee_0_23"/>
          <p:cNvSpPr txBox="1"/>
          <p:nvPr/>
        </p:nvSpPr>
        <p:spPr>
          <a:xfrm>
            <a:off x="0" y="91450"/>
            <a:ext cx="3349500" cy="414900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</a:rPr>
              <a:t>2. Công việc đã thực hiện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h3e09a97ac2bb90ee_0_23"/>
          <p:cNvSpPr txBox="1"/>
          <p:nvPr/>
        </p:nvSpPr>
        <p:spPr>
          <a:xfrm>
            <a:off x="502920" y="566928"/>
            <a:ext cx="8229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D1B2F"/>
                </a:solidFill>
                <a:latin typeface="Roboto"/>
                <a:ea typeface="Roboto"/>
                <a:cs typeface="Roboto"/>
                <a:sym typeface="Roboto"/>
              </a:rPr>
              <a:t>Luồng Ticket:</a:t>
            </a:r>
            <a:endParaRPr b="1" i="0" sz="1300" u="none" cap="none" strike="noStrike">
              <a:solidFill>
                <a:srgbClr val="ED1B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h3e09a97ac2bb90ee_0_23"/>
          <p:cNvSpPr txBox="1"/>
          <p:nvPr/>
        </p:nvSpPr>
        <p:spPr>
          <a:xfrm>
            <a:off x="502929" y="1005850"/>
            <a:ext cx="81441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9" name="Google Shape;539;h3e09a97ac2bb90ee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3959" y="840825"/>
            <a:ext cx="5912492" cy="372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h3e09a97ac2bb90ee_0_29"/>
          <p:cNvSpPr txBox="1"/>
          <p:nvPr/>
        </p:nvSpPr>
        <p:spPr>
          <a:xfrm>
            <a:off x="0" y="91450"/>
            <a:ext cx="3349500" cy="414900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</a:rPr>
              <a:t>2. Công việc đã thực hiện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h3e09a97ac2bb90ee_0_29"/>
          <p:cNvSpPr txBox="1"/>
          <p:nvPr/>
        </p:nvSpPr>
        <p:spPr>
          <a:xfrm>
            <a:off x="502920" y="566928"/>
            <a:ext cx="8229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D1B2F"/>
                </a:solidFill>
                <a:latin typeface="Roboto"/>
                <a:ea typeface="Roboto"/>
                <a:cs typeface="Roboto"/>
                <a:sym typeface="Roboto"/>
              </a:rPr>
              <a:t>Luồng SLA:</a:t>
            </a:r>
            <a:endParaRPr b="1" i="0" sz="1300" u="none" cap="none" strike="noStrike">
              <a:solidFill>
                <a:srgbClr val="ED1B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h3e09a97ac2bb90ee_0_29"/>
          <p:cNvSpPr txBox="1"/>
          <p:nvPr/>
        </p:nvSpPr>
        <p:spPr>
          <a:xfrm>
            <a:off x="502929" y="1005850"/>
            <a:ext cx="8144100" cy="11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Alert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cấu hình ở sla_config, chạy với playbook 7 engine, không thể tạm dừng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Case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cấu hình ở sla_config, chạy với playbook 7 engine, không thể tạm dừng.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Ticket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cấu hình ở sla, goal, trigger, calendar, chạy với playbook 2/7/32/33 và có thể tạm dừng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Human task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 nhúng trong BPMN, không thể tạm dừng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h3e09a97ac2bb90ee_0_35"/>
          <p:cNvSpPr txBox="1"/>
          <p:nvPr/>
        </p:nvSpPr>
        <p:spPr>
          <a:xfrm>
            <a:off x="0" y="91450"/>
            <a:ext cx="3349500" cy="414900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</a:rPr>
              <a:t>2. Công việc đã thực hiện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h3e09a97ac2bb90ee_0_35"/>
          <p:cNvSpPr txBox="1"/>
          <p:nvPr/>
        </p:nvSpPr>
        <p:spPr>
          <a:xfrm>
            <a:off x="502920" y="566928"/>
            <a:ext cx="8229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D1B2F"/>
                </a:solidFill>
                <a:latin typeface="Roboto"/>
                <a:ea typeface="Roboto"/>
                <a:cs typeface="Roboto"/>
                <a:sym typeface="Roboto"/>
              </a:rPr>
              <a:t>Luồng Orchestration</a:t>
            </a:r>
            <a:endParaRPr b="1" i="0" sz="1300" u="none" cap="none" strike="noStrike">
              <a:solidFill>
                <a:srgbClr val="ED1B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h3e09a97ac2bb90ee_0_35"/>
          <p:cNvSpPr txBox="1"/>
          <p:nvPr/>
        </p:nvSpPr>
        <p:spPr>
          <a:xfrm>
            <a:off x="502929" y="1005850"/>
            <a:ext cx="81441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Quá trình chạy tự động Playbook: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54" name="Google Shape;554;h3e09a97ac2bb90ee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050" y="1353700"/>
            <a:ext cx="5935999" cy="3176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h727fe2072472b774_0_1381"/>
          <p:cNvSpPr txBox="1"/>
          <p:nvPr/>
        </p:nvSpPr>
        <p:spPr>
          <a:xfrm>
            <a:off x="0" y="91450"/>
            <a:ext cx="3349500" cy="414900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</a:rPr>
              <a:t>2. Công việc đã thực hiện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h727fe2072472b774_0_1381"/>
          <p:cNvSpPr txBox="1"/>
          <p:nvPr/>
        </p:nvSpPr>
        <p:spPr>
          <a:xfrm>
            <a:off x="502920" y="566928"/>
            <a:ext cx="8229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D1B2F"/>
                </a:solidFill>
                <a:latin typeface="Roboto"/>
                <a:ea typeface="Roboto"/>
                <a:cs typeface="Roboto"/>
                <a:sym typeface="Roboto"/>
              </a:rPr>
              <a:t>Đề xuất Cải tiến Hệ thống VCS-CyCir</a:t>
            </a:r>
            <a:r>
              <a:rPr b="1" lang="en-US" sz="1300">
                <a:solidFill>
                  <a:srgbClr val="ED1B2F"/>
                </a:solidFill>
              </a:rPr>
              <a:t> </a:t>
            </a:r>
            <a:endParaRPr b="1" i="0" sz="1300" u="none" cap="none" strike="noStrike">
              <a:solidFill>
                <a:srgbClr val="ED1B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h727fe2072472b774_0_1381"/>
          <p:cNvSpPr txBox="1"/>
          <p:nvPr/>
        </p:nvSpPr>
        <p:spPr>
          <a:xfrm>
            <a:off x="502929" y="1005850"/>
            <a:ext cx="8144100" cy="17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Tối ưu Hiệu năng và Trải nghiệm:</a:t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Thêm cơ chế Phân trang (Pagination) cho danh sách Playbook, Script,...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Nâng cao Bảo mật và Chất lượng Mã nguồn:</a:t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Hạn chế Hardcode: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Chuyển đổi các cấu hình cố định sang môi trường linh hoạt.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An toàn thông tin: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Kiểm soát tốt hơn, không ghi log thông tin nhạy cảm (Credentials/Mật khẩu) trong production.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h727fe2072472b774_0_1389"/>
          <p:cNvSpPr txBox="1"/>
          <p:nvPr/>
        </p:nvSpPr>
        <p:spPr>
          <a:xfrm>
            <a:off x="0" y="91450"/>
            <a:ext cx="3349500" cy="414900"/>
          </a:xfrm>
          <a:prstGeom prst="rect">
            <a:avLst/>
          </a:prstGeom>
          <a:solidFill>
            <a:srgbClr val="ED1B2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</a:rPr>
              <a:t>2. Công việc đã thực hiện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h727fe2072472b774_0_1389"/>
          <p:cNvSpPr txBox="1"/>
          <p:nvPr/>
        </p:nvSpPr>
        <p:spPr>
          <a:xfrm>
            <a:off x="502920" y="566928"/>
            <a:ext cx="8229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D1B2F"/>
                </a:solidFill>
                <a:latin typeface="Roboto"/>
                <a:ea typeface="Roboto"/>
                <a:cs typeface="Roboto"/>
                <a:sym typeface="Roboto"/>
              </a:rPr>
              <a:t>Backup và Sizing hệ thống</a:t>
            </a:r>
            <a:endParaRPr b="1" i="0" sz="1300" u="none" cap="none" strike="noStrike">
              <a:solidFill>
                <a:srgbClr val="ED1B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h727fe2072472b774_0_1389"/>
          <p:cNvSpPr txBox="1"/>
          <p:nvPr/>
        </p:nvSpPr>
        <p:spPr>
          <a:xfrm>
            <a:off x="502929" y="1005850"/>
            <a:ext cx="8144100" cy="23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Backup: 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Các thành phần cần backup trong hệ thống bao gồm: Postgre, ElasticSearch, MongoDB, Nomal/Consul với cơ chế: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Chạy định kỳ hằng ngày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Giữ 3 bản gần nhất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Đặt ngoài VM 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Sizing: </a:t>
            </a: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Tính toán cấu hình VM Server cần thiết phục vụ triển khai cho khách hàng: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Khách hàng nhập 3 thông số: Alert/phút, Thời gian lưu và số bản backup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Output gồm có các thông số: RAM, CPU, Ổ OS, Tổng Disk, Backup off-site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Roboto"/>
              <a:buChar char="●"/>
            </a:pPr>
            <a:r>
              <a:rPr lang="en-US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Phân tích số liệu đo thật của 3 khách hàng thật gồm: VPBank, ViettelSOC, Viettinbank</a:t>
            </a:r>
            <a:endParaRPr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2"/>
          <p:cNvSpPr txBox="1"/>
          <p:nvPr>
            <p:ph type="ctrTitle"/>
          </p:nvPr>
        </p:nvSpPr>
        <p:spPr>
          <a:xfrm>
            <a:off x="55650" y="464882"/>
            <a:ext cx="90327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ED1B2F"/>
                </a:solidFill>
              </a:rPr>
              <a:t>THANKS for ATTENTION</a:t>
            </a:r>
            <a:endParaRPr>
              <a:solidFill>
                <a:srgbClr val="ED1B2F"/>
              </a:solidFill>
            </a:endParaRPr>
          </a:p>
        </p:txBody>
      </p:sp>
      <p:sp>
        <p:nvSpPr>
          <p:cNvPr id="574" name="Google Shape;574;p22"/>
          <p:cNvSpPr txBox="1"/>
          <p:nvPr>
            <p:ph idx="1" type="subTitle"/>
          </p:nvPr>
        </p:nvSpPr>
        <p:spPr>
          <a:xfrm>
            <a:off x="2388774" y="2578015"/>
            <a:ext cx="5025876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-US" sz="1200"/>
              <a:t>Keangnam Landmark 72, Pham Hung Rd., Nam Tu Liem Dist., Hanoi</a:t>
            </a:r>
            <a:endParaRPr sz="1200"/>
          </a:p>
        </p:txBody>
      </p:sp>
      <p:grpSp>
        <p:nvGrpSpPr>
          <p:cNvPr id="575" name="Google Shape;575;p22"/>
          <p:cNvGrpSpPr/>
          <p:nvPr/>
        </p:nvGrpSpPr>
        <p:grpSpPr>
          <a:xfrm>
            <a:off x="2175711" y="2671446"/>
            <a:ext cx="203307" cy="231326"/>
            <a:chOff x="1762707" y="3147256"/>
            <a:chExt cx="203307" cy="231326"/>
          </a:xfrm>
        </p:grpSpPr>
        <p:sp>
          <p:nvSpPr>
            <p:cNvPr id="576" name="Google Shape;576;p22"/>
            <p:cNvSpPr/>
            <p:nvPr/>
          </p:nvSpPr>
          <p:spPr>
            <a:xfrm>
              <a:off x="1762707" y="3147256"/>
              <a:ext cx="203307" cy="231326"/>
            </a:xfrm>
            <a:custGeom>
              <a:rect b="b" l="l" r="r" t="t"/>
              <a:pathLst>
                <a:path extrusionOk="0" h="19327" w="16986">
                  <a:moveTo>
                    <a:pt x="8491" y="1134"/>
                  </a:moveTo>
                  <a:cubicBezTo>
                    <a:pt x="11302" y="1134"/>
                    <a:pt x="13588" y="3438"/>
                    <a:pt x="13588" y="6267"/>
                  </a:cubicBezTo>
                  <a:cubicBezTo>
                    <a:pt x="13588" y="7318"/>
                    <a:pt x="13262" y="8342"/>
                    <a:pt x="12655" y="9199"/>
                  </a:cubicBezTo>
                  <a:cubicBezTo>
                    <a:pt x="12625" y="9242"/>
                    <a:pt x="12604" y="9272"/>
                    <a:pt x="12595" y="9284"/>
                  </a:cubicBezTo>
                  <a:lnTo>
                    <a:pt x="8491" y="15724"/>
                  </a:lnTo>
                  <a:lnTo>
                    <a:pt x="4388" y="9287"/>
                  </a:lnTo>
                  <a:cubicBezTo>
                    <a:pt x="4382" y="9275"/>
                    <a:pt x="4373" y="9266"/>
                    <a:pt x="4367" y="9257"/>
                  </a:cubicBezTo>
                  <a:cubicBezTo>
                    <a:pt x="4249" y="9091"/>
                    <a:pt x="4140" y="8921"/>
                    <a:pt x="4041" y="8743"/>
                  </a:cubicBezTo>
                  <a:cubicBezTo>
                    <a:pt x="3618" y="7985"/>
                    <a:pt x="3398" y="7134"/>
                    <a:pt x="3398" y="6267"/>
                  </a:cubicBezTo>
                  <a:cubicBezTo>
                    <a:pt x="3398" y="6174"/>
                    <a:pt x="3398" y="6080"/>
                    <a:pt x="3404" y="5990"/>
                  </a:cubicBezTo>
                  <a:cubicBezTo>
                    <a:pt x="3552" y="3266"/>
                    <a:pt x="5786" y="1134"/>
                    <a:pt x="8491" y="1134"/>
                  </a:cubicBezTo>
                  <a:close/>
                  <a:moveTo>
                    <a:pt x="11049" y="13819"/>
                  </a:moveTo>
                  <a:cubicBezTo>
                    <a:pt x="14358" y="14233"/>
                    <a:pt x="15853" y="15289"/>
                    <a:pt x="15853" y="15930"/>
                  </a:cubicBezTo>
                  <a:cubicBezTo>
                    <a:pt x="15853" y="16304"/>
                    <a:pt x="15339" y="16887"/>
                    <a:pt x="13905" y="17397"/>
                  </a:cubicBezTo>
                  <a:cubicBezTo>
                    <a:pt x="12471" y="17910"/>
                    <a:pt x="10545" y="18194"/>
                    <a:pt x="8491" y="18194"/>
                  </a:cubicBezTo>
                  <a:cubicBezTo>
                    <a:pt x="6438" y="18194"/>
                    <a:pt x="4515" y="17910"/>
                    <a:pt x="3077" y="17397"/>
                  </a:cubicBezTo>
                  <a:cubicBezTo>
                    <a:pt x="1640" y="16884"/>
                    <a:pt x="1133" y="16304"/>
                    <a:pt x="1133" y="15930"/>
                  </a:cubicBezTo>
                  <a:cubicBezTo>
                    <a:pt x="1133" y="15289"/>
                    <a:pt x="2625" y="14233"/>
                    <a:pt x="5934" y="13819"/>
                  </a:cubicBezTo>
                  <a:lnTo>
                    <a:pt x="8014" y="17083"/>
                  </a:lnTo>
                  <a:cubicBezTo>
                    <a:pt x="8126" y="17258"/>
                    <a:pt x="8309" y="17346"/>
                    <a:pt x="8491" y="17346"/>
                  </a:cubicBezTo>
                  <a:cubicBezTo>
                    <a:pt x="8674" y="17346"/>
                    <a:pt x="8857" y="17258"/>
                    <a:pt x="8968" y="17083"/>
                  </a:cubicBezTo>
                  <a:lnTo>
                    <a:pt x="11049" y="13819"/>
                  </a:lnTo>
                  <a:close/>
                  <a:moveTo>
                    <a:pt x="8494" y="1"/>
                  </a:moveTo>
                  <a:cubicBezTo>
                    <a:pt x="6947" y="1"/>
                    <a:pt x="5399" y="578"/>
                    <a:pt x="4201" y="1738"/>
                  </a:cubicBezTo>
                  <a:cubicBezTo>
                    <a:pt x="3050" y="2837"/>
                    <a:pt x="2359" y="4338"/>
                    <a:pt x="2274" y="5929"/>
                  </a:cubicBezTo>
                  <a:cubicBezTo>
                    <a:pt x="2268" y="6041"/>
                    <a:pt x="2265" y="6156"/>
                    <a:pt x="2265" y="6267"/>
                  </a:cubicBezTo>
                  <a:cubicBezTo>
                    <a:pt x="2265" y="7327"/>
                    <a:pt x="2534" y="8372"/>
                    <a:pt x="3050" y="9296"/>
                  </a:cubicBezTo>
                  <a:cubicBezTo>
                    <a:pt x="3168" y="9507"/>
                    <a:pt x="3301" y="9713"/>
                    <a:pt x="3440" y="9909"/>
                  </a:cubicBezTo>
                  <a:lnTo>
                    <a:pt x="5267" y="12771"/>
                  </a:lnTo>
                  <a:cubicBezTo>
                    <a:pt x="3953" y="12971"/>
                    <a:pt x="2809" y="13294"/>
                    <a:pt x="1921" y="13713"/>
                  </a:cubicBezTo>
                  <a:cubicBezTo>
                    <a:pt x="333" y="14465"/>
                    <a:pt x="1" y="15332"/>
                    <a:pt x="1" y="15930"/>
                  </a:cubicBezTo>
                  <a:cubicBezTo>
                    <a:pt x="1" y="16648"/>
                    <a:pt x="469" y="17669"/>
                    <a:pt x="2697" y="18466"/>
                  </a:cubicBezTo>
                  <a:cubicBezTo>
                    <a:pt x="4252" y="19022"/>
                    <a:pt x="6311" y="19326"/>
                    <a:pt x="8491" y="19326"/>
                  </a:cubicBezTo>
                  <a:cubicBezTo>
                    <a:pt x="10671" y="19326"/>
                    <a:pt x="12731" y="19022"/>
                    <a:pt x="14286" y="18466"/>
                  </a:cubicBezTo>
                  <a:cubicBezTo>
                    <a:pt x="16514" y="17669"/>
                    <a:pt x="16985" y="16648"/>
                    <a:pt x="16985" y="15930"/>
                  </a:cubicBezTo>
                  <a:cubicBezTo>
                    <a:pt x="16985" y="15332"/>
                    <a:pt x="16650" y="14465"/>
                    <a:pt x="15062" y="13713"/>
                  </a:cubicBezTo>
                  <a:cubicBezTo>
                    <a:pt x="14174" y="13294"/>
                    <a:pt x="13030" y="12971"/>
                    <a:pt x="11716" y="12768"/>
                  </a:cubicBezTo>
                  <a:lnTo>
                    <a:pt x="13549" y="9897"/>
                  </a:lnTo>
                  <a:lnTo>
                    <a:pt x="13561" y="9879"/>
                  </a:lnTo>
                  <a:cubicBezTo>
                    <a:pt x="13567" y="9873"/>
                    <a:pt x="13570" y="9867"/>
                    <a:pt x="13576" y="9861"/>
                  </a:cubicBezTo>
                  <a:cubicBezTo>
                    <a:pt x="15327" y="7382"/>
                    <a:pt x="15041" y="3997"/>
                    <a:pt x="12897" y="1847"/>
                  </a:cubicBezTo>
                  <a:cubicBezTo>
                    <a:pt x="11689" y="618"/>
                    <a:pt x="10092" y="1"/>
                    <a:pt x="84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22"/>
            <p:cNvSpPr/>
            <p:nvPr/>
          </p:nvSpPr>
          <p:spPr>
            <a:xfrm>
              <a:off x="1827795" y="3188394"/>
              <a:ext cx="70450" cy="67781"/>
            </a:xfrm>
            <a:custGeom>
              <a:rect b="b" l="l" r="r" t="t"/>
              <a:pathLst>
                <a:path extrusionOk="0" h="5663" w="5886">
                  <a:moveTo>
                    <a:pt x="3054" y="1131"/>
                  </a:moveTo>
                  <a:cubicBezTo>
                    <a:pt x="3495" y="1131"/>
                    <a:pt x="3930" y="1303"/>
                    <a:pt x="4255" y="1629"/>
                  </a:cubicBezTo>
                  <a:cubicBezTo>
                    <a:pt x="4741" y="2115"/>
                    <a:pt x="4886" y="2845"/>
                    <a:pt x="4623" y="3480"/>
                  </a:cubicBezTo>
                  <a:cubicBezTo>
                    <a:pt x="4361" y="4114"/>
                    <a:pt x="3742" y="4530"/>
                    <a:pt x="3053" y="4530"/>
                  </a:cubicBezTo>
                  <a:cubicBezTo>
                    <a:pt x="2114" y="4527"/>
                    <a:pt x="1356" y="3769"/>
                    <a:pt x="1356" y="2830"/>
                  </a:cubicBezTo>
                  <a:cubicBezTo>
                    <a:pt x="1356" y="2142"/>
                    <a:pt x="1770" y="1523"/>
                    <a:pt x="2404" y="1260"/>
                  </a:cubicBezTo>
                  <a:cubicBezTo>
                    <a:pt x="2614" y="1173"/>
                    <a:pt x="2835" y="1131"/>
                    <a:pt x="3054" y="1131"/>
                  </a:cubicBezTo>
                  <a:close/>
                  <a:moveTo>
                    <a:pt x="3053" y="0"/>
                  </a:moveTo>
                  <a:cubicBezTo>
                    <a:pt x="2316" y="0"/>
                    <a:pt x="1593" y="287"/>
                    <a:pt x="1051" y="828"/>
                  </a:cubicBezTo>
                  <a:cubicBezTo>
                    <a:pt x="242" y="1638"/>
                    <a:pt x="1" y="2855"/>
                    <a:pt x="439" y="3914"/>
                  </a:cubicBezTo>
                  <a:cubicBezTo>
                    <a:pt x="876" y="4971"/>
                    <a:pt x="1909" y="5663"/>
                    <a:pt x="3053" y="5663"/>
                  </a:cubicBezTo>
                  <a:cubicBezTo>
                    <a:pt x="4617" y="5660"/>
                    <a:pt x="5883" y="4394"/>
                    <a:pt x="5886" y="2830"/>
                  </a:cubicBezTo>
                  <a:cubicBezTo>
                    <a:pt x="5886" y="1686"/>
                    <a:pt x="5194" y="653"/>
                    <a:pt x="4137" y="216"/>
                  </a:cubicBezTo>
                  <a:cubicBezTo>
                    <a:pt x="3786" y="70"/>
                    <a:pt x="3418" y="0"/>
                    <a:pt x="30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8" name="Google Shape;578;p22"/>
          <p:cNvSpPr/>
          <p:nvPr/>
        </p:nvSpPr>
        <p:spPr>
          <a:xfrm>
            <a:off x="2175711" y="3478926"/>
            <a:ext cx="231351" cy="231303"/>
          </a:xfrm>
          <a:custGeom>
            <a:rect b="b" l="l" r="r" t="t"/>
            <a:pathLst>
              <a:path extrusionOk="0" h="19325" w="19329">
                <a:moveTo>
                  <a:pt x="9062" y="1229"/>
                </a:moveTo>
                <a:lnTo>
                  <a:pt x="9062" y="4539"/>
                </a:lnTo>
                <a:cubicBezTo>
                  <a:pt x="8470" y="4557"/>
                  <a:pt x="7885" y="4602"/>
                  <a:pt x="7311" y="4674"/>
                </a:cubicBezTo>
                <a:cubicBezTo>
                  <a:pt x="7223" y="4339"/>
                  <a:pt x="7036" y="4037"/>
                  <a:pt x="6773" y="3811"/>
                </a:cubicBezTo>
                <a:cubicBezTo>
                  <a:pt x="7392" y="2428"/>
                  <a:pt x="8211" y="1513"/>
                  <a:pt x="9062" y="1229"/>
                </a:cubicBezTo>
                <a:close/>
                <a:moveTo>
                  <a:pt x="10194" y="1226"/>
                </a:moveTo>
                <a:cubicBezTo>
                  <a:pt x="11278" y="1586"/>
                  <a:pt x="12272" y="2944"/>
                  <a:pt x="12912" y="4835"/>
                </a:cubicBezTo>
                <a:cubicBezTo>
                  <a:pt x="12015" y="4662"/>
                  <a:pt x="11106" y="4566"/>
                  <a:pt x="10194" y="4539"/>
                </a:cubicBezTo>
                <a:lnTo>
                  <a:pt x="10194" y="1226"/>
                </a:lnTo>
                <a:close/>
                <a:moveTo>
                  <a:pt x="5665" y="4530"/>
                </a:moveTo>
                <a:cubicBezTo>
                  <a:pt x="6170" y="4530"/>
                  <a:pt x="6423" y="5139"/>
                  <a:pt x="6067" y="5496"/>
                </a:cubicBezTo>
                <a:cubicBezTo>
                  <a:pt x="5950" y="5611"/>
                  <a:pt x="5808" y="5663"/>
                  <a:pt x="5669" y="5663"/>
                </a:cubicBezTo>
                <a:cubicBezTo>
                  <a:pt x="5378" y="5663"/>
                  <a:pt x="5101" y="5438"/>
                  <a:pt x="5101" y="5097"/>
                </a:cubicBezTo>
                <a:cubicBezTo>
                  <a:pt x="5101" y="4783"/>
                  <a:pt x="5351" y="4530"/>
                  <a:pt x="5665" y="4530"/>
                </a:cubicBezTo>
                <a:close/>
                <a:moveTo>
                  <a:pt x="6743" y="1643"/>
                </a:moveTo>
                <a:cubicBezTo>
                  <a:pt x="6363" y="2129"/>
                  <a:pt x="6019" y="2718"/>
                  <a:pt x="5717" y="3397"/>
                </a:cubicBezTo>
                <a:lnTo>
                  <a:pt x="5665" y="3397"/>
                </a:lnTo>
                <a:cubicBezTo>
                  <a:pt x="4578" y="3397"/>
                  <a:pt x="3769" y="4406"/>
                  <a:pt x="4008" y="5469"/>
                </a:cubicBezTo>
                <a:cubicBezTo>
                  <a:pt x="3075" y="5822"/>
                  <a:pt x="2277" y="6266"/>
                  <a:pt x="1646" y="6773"/>
                </a:cubicBezTo>
                <a:cubicBezTo>
                  <a:pt x="2507" y="4394"/>
                  <a:pt x="4373" y="2516"/>
                  <a:pt x="6743" y="1643"/>
                </a:cubicBezTo>
                <a:close/>
                <a:moveTo>
                  <a:pt x="12510" y="1631"/>
                </a:moveTo>
                <a:lnTo>
                  <a:pt x="12510" y="1631"/>
                </a:lnTo>
                <a:cubicBezTo>
                  <a:pt x="14926" y="2500"/>
                  <a:pt x="16828" y="4403"/>
                  <a:pt x="17698" y="6818"/>
                </a:cubicBezTo>
                <a:cubicBezTo>
                  <a:pt x="17269" y="6483"/>
                  <a:pt x="16810" y="6196"/>
                  <a:pt x="16327" y="5955"/>
                </a:cubicBezTo>
                <a:cubicBezTo>
                  <a:pt x="15645" y="5614"/>
                  <a:pt x="14932" y="5342"/>
                  <a:pt x="14195" y="5136"/>
                </a:cubicBezTo>
                <a:cubicBezTo>
                  <a:pt x="13933" y="4203"/>
                  <a:pt x="13585" y="3349"/>
                  <a:pt x="13169" y="2612"/>
                </a:cubicBezTo>
                <a:cubicBezTo>
                  <a:pt x="12975" y="2268"/>
                  <a:pt x="12755" y="1942"/>
                  <a:pt x="12510" y="1631"/>
                </a:cubicBezTo>
                <a:close/>
                <a:moveTo>
                  <a:pt x="4636" y="6444"/>
                </a:moveTo>
                <a:cubicBezTo>
                  <a:pt x="4684" y="6483"/>
                  <a:pt x="4738" y="6519"/>
                  <a:pt x="4793" y="6553"/>
                </a:cubicBezTo>
                <a:cubicBezTo>
                  <a:pt x="4651" y="7407"/>
                  <a:pt x="4566" y="8268"/>
                  <a:pt x="4542" y="9134"/>
                </a:cubicBezTo>
                <a:lnTo>
                  <a:pt x="1230" y="9134"/>
                </a:lnTo>
                <a:cubicBezTo>
                  <a:pt x="1568" y="8083"/>
                  <a:pt x="2821" y="7081"/>
                  <a:pt x="4636" y="6444"/>
                </a:cubicBezTo>
                <a:close/>
                <a:moveTo>
                  <a:pt x="9062" y="5674"/>
                </a:moveTo>
                <a:lnTo>
                  <a:pt x="9062" y="9134"/>
                </a:lnTo>
                <a:lnTo>
                  <a:pt x="5674" y="9134"/>
                </a:lnTo>
                <a:cubicBezTo>
                  <a:pt x="5698" y="8343"/>
                  <a:pt x="5774" y="7558"/>
                  <a:pt x="5904" y="6776"/>
                </a:cubicBezTo>
                <a:lnTo>
                  <a:pt x="5904" y="6779"/>
                </a:lnTo>
                <a:cubicBezTo>
                  <a:pt x="6462" y="6698"/>
                  <a:pt x="6949" y="6344"/>
                  <a:pt x="7196" y="5834"/>
                </a:cubicBezTo>
                <a:cubicBezTo>
                  <a:pt x="7815" y="5746"/>
                  <a:pt x="8437" y="5692"/>
                  <a:pt x="9062" y="5674"/>
                </a:cubicBezTo>
                <a:close/>
                <a:moveTo>
                  <a:pt x="10194" y="5671"/>
                </a:moveTo>
                <a:cubicBezTo>
                  <a:pt x="11227" y="5701"/>
                  <a:pt x="12257" y="5834"/>
                  <a:pt x="13265" y="6063"/>
                </a:cubicBezTo>
                <a:cubicBezTo>
                  <a:pt x="13422" y="6743"/>
                  <a:pt x="13534" y="7431"/>
                  <a:pt x="13597" y="8126"/>
                </a:cubicBezTo>
                <a:cubicBezTo>
                  <a:pt x="13144" y="8310"/>
                  <a:pt x="12794" y="8675"/>
                  <a:pt x="12631" y="9134"/>
                </a:cubicBezTo>
                <a:lnTo>
                  <a:pt x="10194" y="9134"/>
                </a:lnTo>
                <a:lnTo>
                  <a:pt x="10194" y="5671"/>
                </a:lnTo>
                <a:close/>
                <a:moveTo>
                  <a:pt x="14497" y="6417"/>
                </a:moveTo>
                <a:cubicBezTo>
                  <a:pt x="14950" y="6571"/>
                  <a:pt x="15391" y="6752"/>
                  <a:pt x="15817" y="6966"/>
                </a:cubicBezTo>
                <a:cubicBezTo>
                  <a:pt x="17037" y="7585"/>
                  <a:pt x="17837" y="8352"/>
                  <a:pt x="18099" y="9137"/>
                </a:cubicBezTo>
                <a:lnTo>
                  <a:pt x="15835" y="9134"/>
                </a:lnTo>
                <a:cubicBezTo>
                  <a:pt x="15654" y="8627"/>
                  <a:pt x="15243" y="8234"/>
                  <a:pt x="14730" y="8077"/>
                </a:cubicBezTo>
                <a:cubicBezTo>
                  <a:pt x="14678" y="7519"/>
                  <a:pt x="14603" y="6966"/>
                  <a:pt x="14497" y="6417"/>
                </a:cubicBezTo>
                <a:close/>
                <a:moveTo>
                  <a:pt x="14241" y="9137"/>
                </a:moveTo>
                <a:cubicBezTo>
                  <a:pt x="14555" y="9137"/>
                  <a:pt x="14808" y="9391"/>
                  <a:pt x="14808" y="9702"/>
                </a:cubicBezTo>
                <a:cubicBezTo>
                  <a:pt x="14808" y="10016"/>
                  <a:pt x="14555" y="10270"/>
                  <a:pt x="14241" y="10270"/>
                </a:cubicBezTo>
                <a:lnTo>
                  <a:pt x="14241" y="10267"/>
                </a:lnTo>
                <a:lnTo>
                  <a:pt x="14204" y="10267"/>
                </a:lnTo>
                <a:cubicBezTo>
                  <a:pt x="13902" y="10251"/>
                  <a:pt x="13667" y="10004"/>
                  <a:pt x="13667" y="9702"/>
                </a:cubicBezTo>
                <a:cubicBezTo>
                  <a:pt x="13667" y="9403"/>
                  <a:pt x="13899" y="9155"/>
                  <a:pt x="14195" y="9137"/>
                </a:cubicBezTo>
                <a:close/>
                <a:moveTo>
                  <a:pt x="18099" y="10270"/>
                </a:moveTo>
                <a:cubicBezTo>
                  <a:pt x="17861" y="10967"/>
                  <a:pt x="17194" y="11643"/>
                  <a:pt x="16161" y="12217"/>
                </a:cubicBezTo>
                <a:cubicBezTo>
                  <a:pt x="15632" y="12504"/>
                  <a:pt x="15080" y="12742"/>
                  <a:pt x="14506" y="12930"/>
                </a:cubicBezTo>
                <a:cubicBezTo>
                  <a:pt x="14606" y="12407"/>
                  <a:pt x="14678" y="11873"/>
                  <a:pt x="14730" y="11323"/>
                </a:cubicBezTo>
                <a:lnTo>
                  <a:pt x="14730" y="11326"/>
                </a:lnTo>
                <a:cubicBezTo>
                  <a:pt x="15243" y="11166"/>
                  <a:pt x="15654" y="10774"/>
                  <a:pt x="15835" y="10270"/>
                </a:cubicBezTo>
                <a:close/>
                <a:moveTo>
                  <a:pt x="4542" y="10267"/>
                </a:moveTo>
                <a:cubicBezTo>
                  <a:pt x="4566" y="11163"/>
                  <a:pt x="4660" y="12060"/>
                  <a:pt x="4820" y="12945"/>
                </a:cubicBezTo>
                <a:cubicBezTo>
                  <a:pt x="2927" y="12320"/>
                  <a:pt x="1583" y="11351"/>
                  <a:pt x="1230" y="10267"/>
                </a:cubicBezTo>
                <a:close/>
                <a:moveTo>
                  <a:pt x="9062" y="10267"/>
                </a:moveTo>
                <a:lnTo>
                  <a:pt x="9062" y="12628"/>
                </a:lnTo>
                <a:cubicBezTo>
                  <a:pt x="8603" y="12791"/>
                  <a:pt x="8238" y="13141"/>
                  <a:pt x="8054" y="13594"/>
                </a:cubicBezTo>
                <a:cubicBezTo>
                  <a:pt x="7377" y="13534"/>
                  <a:pt x="6707" y="13428"/>
                  <a:pt x="6046" y="13280"/>
                </a:cubicBezTo>
                <a:cubicBezTo>
                  <a:pt x="5828" y="12290"/>
                  <a:pt x="5702" y="11281"/>
                  <a:pt x="5674" y="10267"/>
                </a:cubicBezTo>
                <a:close/>
                <a:moveTo>
                  <a:pt x="12631" y="10267"/>
                </a:moveTo>
                <a:cubicBezTo>
                  <a:pt x="12794" y="10725"/>
                  <a:pt x="13144" y="11091"/>
                  <a:pt x="13597" y="11275"/>
                </a:cubicBezTo>
                <a:cubicBezTo>
                  <a:pt x="13534" y="11945"/>
                  <a:pt x="13431" y="12613"/>
                  <a:pt x="13280" y="13268"/>
                </a:cubicBezTo>
                <a:cubicBezTo>
                  <a:pt x="12595" y="13422"/>
                  <a:pt x="11900" y="13531"/>
                  <a:pt x="11203" y="13594"/>
                </a:cubicBezTo>
                <a:cubicBezTo>
                  <a:pt x="11019" y="13141"/>
                  <a:pt x="10653" y="12791"/>
                  <a:pt x="10194" y="12628"/>
                </a:cubicBezTo>
                <a:lnTo>
                  <a:pt x="10194" y="10267"/>
                </a:lnTo>
                <a:close/>
                <a:moveTo>
                  <a:pt x="9627" y="13678"/>
                </a:moveTo>
                <a:cubicBezTo>
                  <a:pt x="9923" y="13678"/>
                  <a:pt x="10170" y="13905"/>
                  <a:pt x="10191" y="14201"/>
                </a:cubicBezTo>
                <a:lnTo>
                  <a:pt x="10191" y="14231"/>
                </a:lnTo>
                <a:cubicBezTo>
                  <a:pt x="10191" y="14231"/>
                  <a:pt x="10191" y="14234"/>
                  <a:pt x="10191" y="14237"/>
                </a:cubicBezTo>
                <a:cubicBezTo>
                  <a:pt x="10188" y="14545"/>
                  <a:pt x="9938" y="14793"/>
                  <a:pt x="9630" y="14796"/>
                </a:cubicBezTo>
                <a:cubicBezTo>
                  <a:pt x="9319" y="14796"/>
                  <a:pt x="9065" y="14545"/>
                  <a:pt x="9062" y="14237"/>
                </a:cubicBezTo>
                <a:lnTo>
                  <a:pt x="9062" y="14231"/>
                </a:lnTo>
                <a:lnTo>
                  <a:pt x="9062" y="14201"/>
                </a:lnTo>
                <a:cubicBezTo>
                  <a:pt x="9083" y="13905"/>
                  <a:pt x="9331" y="13678"/>
                  <a:pt x="9627" y="13678"/>
                </a:cubicBezTo>
                <a:close/>
                <a:moveTo>
                  <a:pt x="1640" y="12579"/>
                </a:moveTo>
                <a:lnTo>
                  <a:pt x="1640" y="12579"/>
                </a:lnTo>
                <a:cubicBezTo>
                  <a:pt x="1936" y="12812"/>
                  <a:pt x="2250" y="13020"/>
                  <a:pt x="2579" y="13204"/>
                </a:cubicBezTo>
                <a:cubicBezTo>
                  <a:pt x="3313" y="13615"/>
                  <a:pt x="4168" y="13953"/>
                  <a:pt x="5110" y="14213"/>
                </a:cubicBezTo>
                <a:cubicBezTo>
                  <a:pt x="5496" y="15620"/>
                  <a:pt x="6061" y="16813"/>
                  <a:pt x="6752" y="17691"/>
                </a:cubicBezTo>
                <a:cubicBezTo>
                  <a:pt x="4373" y="16828"/>
                  <a:pt x="2501" y="14956"/>
                  <a:pt x="1640" y="12579"/>
                </a:cubicBezTo>
                <a:close/>
                <a:moveTo>
                  <a:pt x="17698" y="12555"/>
                </a:moveTo>
                <a:cubicBezTo>
                  <a:pt x="16837" y="14938"/>
                  <a:pt x="14932" y="16831"/>
                  <a:pt x="12535" y="17691"/>
                </a:cubicBezTo>
                <a:cubicBezTo>
                  <a:pt x="12770" y="17395"/>
                  <a:pt x="12981" y="17081"/>
                  <a:pt x="13169" y="16752"/>
                </a:cubicBezTo>
                <a:cubicBezTo>
                  <a:pt x="13594" y="16013"/>
                  <a:pt x="13945" y="15149"/>
                  <a:pt x="14213" y="14201"/>
                </a:cubicBezTo>
                <a:cubicBezTo>
                  <a:pt x="15140" y="13944"/>
                  <a:pt x="15986" y="13609"/>
                  <a:pt x="16713" y="13204"/>
                </a:cubicBezTo>
                <a:cubicBezTo>
                  <a:pt x="17058" y="13014"/>
                  <a:pt x="17387" y="12797"/>
                  <a:pt x="17698" y="12555"/>
                </a:cubicBezTo>
                <a:close/>
                <a:moveTo>
                  <a:pt x="6381" y="14503"/>
                </a:moveTo>
                <a:cubicBezTo>
                  <a:pt x="6906" y="14602"/>
                  <a:pt x="7450" y="14678"/>
                  <a:pt x="8005" y="14726"/>
                </a:cubicBezTo>
                <a:cubicBezTo>
                  <a:pt x="8162" y="15240"/>
                  <a:pt x="8555" y="15650"/>
                  <a:pt x="9062" y="15831"/>
                </a:cubicBezTo>
                <a:lnTo>
                  <a:pt x="9062" y="18096"/>
                </a:lnTo>
                <a:cubicBezTo>
                  <a:pt x="8286" y="17833"/>
                  <a:pt x="7531" y="17048"/>
                  <a:pt x="6933" y="15853"/>
                </a:cubicBezTo>
                <a:cubicBezTo>
                  <a:pt x="6716" y="15415"/>
                  <a:pt x="6532" y="14965"/>
                  <a:pt x="6381" y="14503"/>
                </a:cubicBezTo>
                <a:close/>
                <a:moveTo>
                  <a:pt x="12933" y="14497"/>
                </a:moveTo>
                <a:cubicBezTo>
                  <a:pt x="12740" y="15083"/>
                  <a:pt x="12486" y="15650"/>
                  <a:pt x="12184" y="16188"/>
                </a:cubicBezTo>
                <a:cubicBezTo>
                  <a:pt x="11595" y="17211"/>
                  <a:pt x="10904" y="17869"/>
                  <a:pt x="10194" y="18099"/>
                </a:cubicBezTo>
                <a:lnTo>
                  <a:pt x="10194" y="15831"/>
                </a:lnTo>
                <a:cubicBezTo>
                  <a:pt x="10702" y="15650"/>
                  <a:pt x="11094" y="15240"/>
                  <a:pt x="11251" y="14726"/>
                </a:cubicBezTo>
                <a:cubicBezTo>
                  <a:pt x="11828" y="14675"/>
                  <a:pt x="12390" y="14596"/>
                  <a:pt x="12933" y="14497"/>
                </a:cubicBezTo>
                <a:close/>
                <a:moveTo>
                  <a:pt x="9630" y="0"/>
                </a:moveTo>
                <a:cubicBezTo>
                  <a:pt x="7063" y="0"/>
                  <a:pt x="4645" y="1015"/>
                  <a:pt x="2821" y="2860"/>
                </a:cubicBezTo>
                <a:cubicBezTo>
                  <a:pt x="1012" y="4678"/>
                  <a:pt x="1" y="7138"/>
                  <a:pt x="4" y="9702"/>
                </a:cubicBezTo>
                <a:cubicBezTo>
                  <a:pt x="4" y="15016"/>
                  <a:pt x="4313" y="19325"/>
                  <a:pt x="9630" y="19325"/>
                </a:cubicBezTo>
                <a:cubicBezTo>
                  <a:pt x="9634" y="19325"/>
                  <a:pt x="9637" y="19325"/>
                  <a:pt x="9641" y="19325"/>
                </a:cubicBezTo>
                <a:cubicBezTo>
                  <a:pt x="12198" y="19325"/>
                  <a:pt x="14654" y="18314"/>
                  <a:pt x="16469" y="16508"/>
                </a:cubicBezTo>
                <a:cubicBezTo>
                  <a:pt x="18314" y="14687"/>
                  <a:pt x="19328" y="12268"/>
                  <a:pt x="19328" y="9702"/>
                </a:cubicBezTo>
                <a:cubicBezTo>
                  <a:pt x="19328" y="8407"/>
                  <a:pt x="19069" y="7129"/>
                  <a:pt x="18558" y="5940"/>
                </a:cubicBezTo>
                <a:cubicBezTo>
                  <a:pt x="18066" y="4789"/>
                  <a:pt x="17360" y="3741"/>
                  <a:pt x="16472" y="2857"/>
                </a:cubicBezTo>
                <a:cubicBezTo>
                  <a:pt x="15587" y="1969"/>
                  <a:pt x="14539" y="1263"/>
                  <a:pt x="13389" y="770"/>
                </a:cubicBezTo>
                <a:cubicBezTo>
                  <a:pt x="12199" y="260"/>
                  <a:pt x="10922" y="0"/>
                  <a:pt x="9630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2"/>
          <p:cNvSpPr/>
          <p:nvPr/>
        </p:nvSpPr>
        <p:spPr>
          <a:xfrm>
            <a:off x="2175759" y="3123843"/>
            <a:ext cx="231303" cy="149087"/>
          </a:xfrm>
          <a:custGeom>
            <a:rect b="b" l="l" r="r" t="t"/>
            <a:pathLst>
              <a:path extrusionOk="0" h="12456" w="19325">
                <a:moveTo>
                  <a:pt x="17057" y="1133"/>
                </a:moveTo>
                <a:lnTo>
                  <a:pt x="9662" y="6652"/>
                </a:lnTo>
                <a:lnTo>
                  <a:pt x="2268" y="1133"/>
                </a:lnTo>
                <a:close/>
                <a:moveTo>
                  <a:pt x="18192" y="1697"/>
                </a:moveTo>
                <a:lnTo>
                  <a:pt x="18192" y="10756"/>
                </a:lnTo>
                <a:cubicBezTo>
                  <a:pt x="18192" y="11070"/>
                  <a:pt x="17939" y="11323"/>
                  <a:pt x="17628" y="11323"/>
                </a:cubicBezTo>
                <a:lnTo>
                  <a:pt x="1700" y="11323"/>
                </a:lnTo>
                <a:cubicBezTo>
                  <a:pt x="1386" y="11323"/>
                  <a:pt x="1132" y="11070"/>
                  <a:pt x="1132" y="10756"/>
                </a:cubicBezTo>
                <a:lnTo>
                  <a:pt x="1132" y="1697"/>
                </a:lnTo>
                <a:lnTo>
                  <a:pt x="9324" y="7812"/>
                </a:lnTo>
                <a:cubicBezTo>
                  <a:pt x="9424" y="7887"/>
                  <a:pt x="9543" y="7925"/>
                  <a:pt x="9663" y="7925"/>
                </a:cubicBezTo>
                <a:cubicBezTo>
                  <a:pt x="9782" y="7925"/>
                  <a:pt x="9902" y="7887"/>
                  <a:pt x="10004" y="7812"/>
                </a:cubicBezTo>
                <a:lnTo>
                  <a:pt x="18192" y="1697"/>
                </a:lnTo>
                <a:close/>
                <a:moveTo>
                  <a:pt x="1688" y="0"/>
                </a:moveTo>
                <a:cubicBezTo>
                  <a:pt x="1287" y="0"/>
                  <a:pt x="900" y="145"/>
                  <a:pt x="598" y="405"/>
                </a:cubicBezTo>
                <a:cubicBezTo>
                  <a:pt x="583" y="417"/>
                  <a:pt x="571" y="429"/>
                  <a:pt x="556" y="444"/>
                </a:cubicBezTo>
                <a:cubicBezTo>
                  <a:pt x="202" y="764"/>
                  <a:pt x="0" y="1220"/>
                  <a:pt x="0" y="1697"/>
                </a:cubicBezTo>
                <a:lnTo>
                  <a:pt x="0" y="10756"/>
                </a:lnTo>
                <a:cubicBezTo>
                  <a:pt x="0" y="11695"/>
                  <a:pt x="761" y="12453"/>
                  <a:pt x="1700" y="12456"/>
                </a:cubicBezTo>
                <a:lnTo>
                  <a:pt x="17628" y="12456"/>
                </a:lnTo>
                <a:cubicBezTo>
                  <a:pt x="18564" y="12453"/>
                  <a:pt x="19325" y="11695"/>
                  <a:pt x="19325" y="10756"/>
                </a:cubicBezTo>
                <a:lnTo>
                  <a:pt x="19325" y="1697"/>
                </a:lnTo>
                <a:cubicBezTo>
                  <a:pt x="19325" y="1220"/>
                  <a:pt x="19122" y="764"/>
                  <a:pt x="18769" y="441"/>
                </a:cubicBezTo>
                <a:cubicBezTo>
                  <a:pt x="18757" y="429"/>
                  <a:pt x="18742" y="417"/>
                  <a:pt x="18727" y="405"/>
                </a:cubicBezTo>
                <a:cubicBezTo>
                  <a:pt x="18422" y="145"/>
                  <a:pt x="18037" y="0"/>
                  <a:pt x="17640" y="0"/>
                </a:cubicBezTo>
                <a:cubicBezTo>
                  <a:pt x="17636" y="0"/>
                  <a:pt x="17632" y="0"/>
                  <a:pt x="17628" y="1"/>
                </a:cubicBezTo>
                <a:lnTo>
                  <a:pt x="1700" y="1"/>
                </a:lnTo>
                <a:cubicBezTo>
                  <a:pt x="1696" y="0"/>
                  <a:pt x="1692" y="0"/>
                  <a:pt x="168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2"/>
          <p:cNvSpPr txBox="1"/>
          <p:nvPr/>
        </p:nvSpPr>
        <p:spPr>
          <a:xfrm>
            <a:off x="2480213" y="2982715"/>
            <a:ext cx="3970906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Font typeface="Anaheim"/>
              <a:buNone/>
            </a:pPr>
            <a:r>
              <a:rPr b="1" i="0" lang="en-US" sz="1200" u="sng" cap="none" strike="noStrike">
                <a:solidFill>
                  <a:srgbClr val="F3F3F3"/>
                </a:solidFill>
                <a:latin typeface="Anaheim"/>
                <a:ea typeface="Anaheim"/>
                <a:cs typeface="Anaheim"/>
                <a:sym typeface="Anaheim"/>
              </a:rPr>
              <a:t>vcs.sales@viettel.com.vn</a:t>
            </a:r>
            <a:r>
              <a:rPr b="1" i="0" lang="en-US" sz="1200" u="none" cap="none" strike="noStrike">
                <a:solidFill>
                  <a:srgbClr val="F3F3F3"/>
                </a:solidFill>
                <a:latin typeface="Anaheim"/>
                <a:ea typeface="Anaheim"/>
                <a:cs typeface="Anaheim"/>
                <a:sym typeface="Anaheim"/>
              </a:rPr>
              <a:t> | </a:t>
            </a:r>
            <a:r>
              <a:rPr b="1" i="0" lang="en-US" sz="1200" u="sng" cap="none" strike="noStrike">
                <a:solidFill>
                  <a:srgbClr val="F3F3F3"/>
                </a:solidFill>
                <a:latin typeface="Anaheim"/>
                <a:ea typeface="Anaheim"/>
                <a:cs typeface="Anaheim"/>
                <a:sym typeface="Anaheim"/>
              </a:rPr>
              <a:t>vcs.partners@viettel.com.vn</a:t>
            </a:r>
            <a:endParaRPr b="0" i="0" sz="1200" u="sng" cap="none" strike="noStrike">
              <a:solidFill>
                <a:srgbClr val="F3F3F3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1" name="Google Shape;581;p22"/>
          <p:cNvSpPr txBox="1"/>
          <p:nvPr/>
        </p:nvSpPr>
        <p:spPr>
          <a:xfrm>
            <a:off x="2480214" y="3392227"/>
            <a:ext cx="2201514" cy="4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Font typeface="Anaheim"/>
              <a:buNone/>
            </a:pPr>
            <a:r>
              <a:rPr b="1" i="0" lang="en-US" sz="1200" u="none" cap="none" strike="noStrike">
                <a:solidFill>
                  <a:srgbClr val="F3F3F3"/>
                </a:solidFill>
                <a:latin typeface="Anaheim"/>
                <a:ea typeface="Anaheim"/>
                <a:cs typeface="Anaheim"/>
                <a:sym typeface="Anaheim"/>
              </a:rPr>
              <a:t>viettelcybersecurity.com.vn</a:t>
            </a:r>
            <a:endParaRPr b="0" i="0" sz="1200" u="none" cap="none" strike="noStrike">
              <a:solidFill>
                <a:srgbClr val="F3F3F3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grpSp>
        <p:nvGrpSpPr>
          <p:cNvPr id="582" name="Google Shape;582;p22"/>
          <p:cNvGrpSpPr/>
          <p:nvPr/>
        </p:nvGrpSpPr>
        <p:grpSpPr>
          <a:xfrm>
            <a:off x="6944323" y="3344067"/>
            <a:ext cx="1005116" cy="732323"/>
            <a:chOff x="6524150" y="1938725"/>
            <a:chExt cx="297725" cy="276624"/>
          </a:xfrm>
        </p:grpSpPr>
        <p:sp>
          <p:nvSpPr>
            <p:cNvPr id="583" name="Google Shape;583;p22"/>
            <p:cNvSpPr/>
            <p:nvPr/>
          </p:nvSpPr>
          <p:spPr>
            <a:xfrm>
              <a:off x="6524150" y="2025374"/>
              <a:ext cx="297725" cy="189975"/>
            </a:xfrm>
            <a:custGeom>
              <a:rect b="b" l="l" r="r" t="t"/>
              <a:pathLst>
                <a:path extrusionOk="0" h="7599" w="11909">
                  <a:moveTo>
                    <a:pt x="9767" y="2079"/>
                  </a:moveTo>
                  <a:lnTo>
                    <a:pt x="9767" y="5198"/>
                  </a:lnTo>
                  <a:cubicBezTo>
                    <a:pt x="9735" y="5041"/>
                    <a:pt x="9672" y="4915"/>
                    <a:pt x="9546" y="4789"/>
                  </a:cubicBezTo>
                  <a:lnTo>
                    <a:pt x="7813" y="3056"/>
                  </a:lnTo>
                  <a:cubicBezTo>
                    <a:pt x="7624" y="2867"/>
                    <a:pt x="7341" y="2741"/>
                    <a:pt x="7057" y="2741"/>
                  </a:cubicBezTo>
                  <a:lnTo>
                    <a:pt x="6018" y="2741"/>
                  </a:lnTo>
                  <a:cubicBezTo>
                    <a:pt x="5923" y="2741"/>
                    <a:pt x="5797" y="2836"/>
                    <a:pt x="5734" y="2930"/>
                  </a:cubicBezTo>
                  <a:lnTo>
                    <a:pt x="5482" y="3403"/>
                  </a:lnTo>
                  <a:cubicBezTo>
                    <a:pt x="5293" y="3812"/>
                    <a:pt x="4883" y="4001"/>
                    <a:pt x="4505" y="4001"/>
                  </a:cubicBezTo>
                  <a:lnTo>
                    <a:pt x="5356" y="2269"/>
                  </a:lnTo>
                  <a:cubicBezTo>
                    <a:pt x="5419" y="2143"/>
                    <a:pt x="5576" y="2079"/>
                    <a:pt x="5671" y="2079"/>
                  </a:cubicBezTo>
                  <a:close/>
                  <a:moveTo>
                    <a:pt x="1418" y="2079"/>
                  </a:moveTo>
                  <a:lnTo>
                    <a:pt x="1418" y="5545"/>
                  </a:lnTo>
                  <a:lnTo>
                    <a:pt x="725" y="5545"/>
                  </a:lnTo>
                  <a:lnTo>
                    <a:pt x="725" y="2079"/>
                  </a:lnTo>
                  <a:close/>
                  <a:moveTo>
                    <a:pt x="11153" y="2079"/>
                  </a:moveTo>
                  <a:lnTo>
                    <a:pt x="11153" y="5545"/>
                  </a:lnTo>
                  <a:lnTo>
                    <a:pt x="10460" y="5545"/>
                  </a:lnTo>
                  <a:lnTo>
                    <a:pt x="10460" y="2079"/>
                  </a:lnTo>
                  <a:close/>
                  <a:moveTo>
                    <a:pt x="6931" y="630"/>
                  </a:moveTo>
                  <a:cubicBezTo>
                    <a:pt x="6774" y="1008"/>
                    <a:pt x="6427" y="1323"/>
                    <a:pt x="5955" y="1323"/>
                  </a:cubicBezTo>
                  <a:lnTo>
                    <a:pt x="5671" y="1323"/>
                  </a:lnTo>
                  <a:cubicBezTo>
                    <a:pt x="5293" y="1323"/>
                    <a:pt x="4946" y="1575"/>
                    <a:pt x="4726" y="1922"/>
                  </a:cubicBezTo>
                  <a:lnTo>
                    <a:pt x="3655" y="4064"/>
                  </a:lnTo>
                  <a:cubicBezTo>
                    <a:pt x="3623" y="4127"/>
                    <a:pt x="3623" y="4253"/>
                    <a:pt x="3655" y="4316"/>
                  </a:cubicBezTo>
                  <a:cubicBezTo>
                    <a:pt x="3718" y="4411"/>
                    <a:pt x="3781" y="4474"/>
                    <a:pt x="3875" y="4537"/>
                  </a:cubicBezTo>
                  <a:cubicBezTo>
                    <a:pt x="4088" y="4627"/>
                    <a:pt x="4310" y="4670"/>
                    <a:pt x="4532" y="4670"/>
                  </a:cubicBezTo>
                  <a:cubicBezTo>
                    <a:pt x="5165" y="4670"/>
                    <a:pt x="5785" y="4316"/>
                    <a:pt x="6112" y="3686"/>
                  </a:cubicBezTo>
                  <a:lnTo>
                    <a:pt x="6238" y="3434"/>
                  </a:lnTo>
                  <a:lnTo>
                    <a:pt x="7026" y="3434"/>
                  </a:lnTo>
                  <a:cubicBezTo>
                    <a:pt x="7089" y="3434"/>
                    <a:pt x="7215" y="3466"/>
                    <a:pt x="7246" y="3529"/>
                  </a:cubicBezTo>
                  <a:lnTo>
                    <a:pt x="8979" y="5261"/>
                  </a:lnTo>
                  <a:cubicBezTo>
                    <a:pt x="9137" y="5419"/>
                    <a:pt x="9137" y="5545"/>
                    <a:pt x="9105" y="5640"/>
                  </a:cubicBezTo>
                  <a:cubicBezTo>
                    <a:pt x="9105" y="5671"/>
                    <a:pt x="9042" y="5829"/>
                    <a:pt x="8885" y="5860"/>
                  </a:cubicBezTo>
                  <a:lnTo>
                    <a:pt x="5576" y="6805"/>
                  </a:lnTo>
                  <a:cubicBezTo>
                    <a:pt x="5543" y="6814"/>
                    <a:pt x="5507" y="6818"/>
                    <a:pt x="5470" y="6818"/>
                  </a:cubicBezTo>
                  <a:cubicBezTo>
                    <a:pt x="5371" y="6818"/>
                    <a:pt x="5268" y="6788"/>
                    <a:pt x="5198" y="6742"/>
                  </a:cubicBezTo>
                  <a:lnTo>
                    <a:pt x="4096" y="5640"/>
                  </a:lnTo>
                  <a:cubicBezTo>
                    <a:pt x="4033" y="5545"/>
                    <a:pt x="3938" y="5514"/>
                    <a:pt x="3875" y="5514"/>
                  </a:cubicBezTo>
                  <a:lnTo>
                    <a:pt x="2111" y="5514"/>
                  </a:lnTo>
                  <a:lnTo>
                    <a:pt x="2111" y="2048"/>
                  </a:lnTo>
                  <a:lnTo>
                    <a:pt x="2741" y="2048"/>
                  </a:lnTo>
                  <a:cubicBezTo>
                    <a:pt x="3119" y="2048"/>
                    <a:pt x="3466" y="1796"/>
                    <a:pt x="3686" y="1449"/>
                  </a:cubicBezTo>
                  <a:lnTo>
                    <a:pt x="4001" y="819"/>
                  </a:lnTo>
                  <a:cubicBezTo>
                    <a:pt x="4064" y="693"/>
                    <a:pt x="4190" y="630"/>
                    <a:pt x="4316" y="630"/>
                  </a:cubicBezTo>
                  <a:close/>
                  <a:moveTo>
                    <a:pt x="4316" y="0"/>
                  </a:moveTo>
                  <a:cubicBezTo>
                    <a:pt x="3907" y="0"/>
                    <a:pt x="3560" y="221"/>
                    <a:pt x="3371" y="599"/>
                  </a:cubicBezTo>
                  <a:lnTo>
                    <a:pt x="3056" y="1229"/>
                  </a:lnTo>
                  <a:cubicBezTo>
                    <a:pt x="2962" y="1323"/>
                    <a:pt x="2836" y="1418"/>
                    <a:pt x="2741" y="1418"/>
                  </a:cubicBezTo>
                  <a:lnTo>
                    <a:pt x="378" y="1418"/>
                  </a:lnTo>
                  <a:cubicBezTo>
                    <a:pt x="158" y="1418"/>
                    <a:pt x="0" y="1575"/>
                    <a:pt x="0" y="1764"/>
                  </a:cubicBezTo>
                  <a:lnTo>
                    <a:pt x="0" y="5955"/>
                  </a:lnTo>
                  <a:cubicBezTo>
                    <a:pt x="0" y="6144"/>
                    <a:pt x="158" y="6301"/>
                    <a:pt x="378" y="6301"/>
                  </a:cubicBezTo>
                  <a:lnTo>
                    <a:pt x="3718" y="6301"/>
                  </a:lnTo>
                  <a:lnTo>
                    <a:pt x="4694" y="7278"/>
                  </a:lnTo>
                  <a:cubicBezTo>
                    <a:pt x="4894" y="7477"/>
                    <a:pt x="5139" y="7598"/>
                    <a:pt x="5410" y="7598"/>
                  </a:cubicBezTo>
                  <a:cubicBezTo>
                    <a:pt x="5525" y="7598"/>
                    <a:pt x="5644" y="7577"/>
                    <a:pt x="5766" y="7530"/>
                  </a:cubicBezTo>
                  <a:lnTo>
                    <a:pt x="9074" y="6553"/>
                  </a:lnTo>
                  <a:cubicBezTo>
                    <a:pt x="9263" y="6522"/>
                    <a:pt x="9420" y="6396"/>
                    <a:pt x="9578" y="6238"/>
                  </a:cubicBezTo>
                  <a:lnTo>
                    <a:pt x="11562" y="6238"/>
                  </a:lnTo>
                  <a:cubicBezTo>
                    <a:pt x="11751" y="6238"/>
                    <a:pt x="11909" y="6081"/>
                    <a:pt x="11909" y="5892"/>
                  </a:cubicBezTo>
                  <a:lnTo>
                    <a:pt x="11909" y="1733"/>
                  </a:lnTo>
                  <a:cubicBezTo>
                    <a:pt x="11877" y="1544"/>
                    <a:pt x="11720" y="1386"/>
                    <a:pt x="11499" y="1386"/>
                  </a:cubicBezTo>
                  <a:lnTo>
                    <a:pt x="7341" y="1386"/>
                  </a:lnTo>
                  <a:cubicBezTo>
                    <a:pt x="7561" y="1103"/>
                    <a:pt x="7687" y="693"/>
                    <a:pt x="7687" y="347"/>
                  </a:cubicBezTo>
                  <a:cubicBezTo>
                    <a:pt x="7687" y="158"/>
                    <a:pt x="7530" y="0"/>
                    <a:pt x="73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22"/>
            <p:cNvSpPr/>
            <p:nvPr/>
          </p:nvSpPr>
          <p:spPr>
            <a:xfrm>
              <a:off x="6664325" y="1938725"/>
              <a:ext cx="17375" cy="43350"/>
            </a:xfrm>
            <a:custGeom>
              <a:rect b="b" l="l" r="r" t="t"/>
              <a:pathLst>
                <a:path extrusionOk="0" h="1734" w="695">
                  <a:moveTo>
                    <a:pt x="348" y="1"/>
                  </a:moveTo>
                  <a:cubicBezTo>
                    <a:pt x="159" y="1"/>
                    <a:pt x="1" y="158"/>
                    <a:pt x="1" y="347"/>
                  </a:cubicBezTo>
                  <a:lnTo>
                    <a:pt x="1" y="1355"/>
                  </a:lnTo>
                  <a:cubicBezTo>
                    <a:pt x="1" y="1576"/>
                    <a:pt x="159" y="1733"/>
                    <a:pt x="348" y="1733"/>
                  </a:cubicBezTo>
                  <a:cubicBezTo>
                    <a:pt x="537" y="1733"/>
                    <a:pt x="694" y="1576"/>
                    <a:pt x="694" y="1355"/>
                  </a:cubicBezTo>
                  <a:lnTo>
                    <a:pt x="694" y="347"/>
                  </a:lnTo>
                  <a:cubicBezTo>
                    <a:pt x="694" y="158"/>
                    <a:pt x="537" y="1"/>
                    <a:pt x="3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22"/>
            <p:cNvSpPr/>
            <p:nvPr/>
          </p:nvSpPr>
          <p:spPr>
            <a:xfrm>
              <a:off x="6594250" y="1972800"/>
              <a:ext cx="35450" cy="35275"/>
            </a:xfrm>
            <a:custGeom>
              <a:rect b="b" l="l" r="r" t="t"/>
              <a:pathLst>
                <a:path extrusionOk="0" h="1411" w="1418">
                  <a:moveTo>
                    <a:pt x="374" y="0"/>
                  </a:moveTo>
                  <a:cubicBezTo>
                    <a:pt x="291" y="0"/>
                    <a:pt x="205" y="40"/>
                    <a:pt x="126" y="118"/>
                  </a:cubicBezTo>
                  <a:cubicBezTo>
                    <a:pt x="0" y="244"/>
                    <a:pt x="0" y="496"/>
                    <a:pt x="126" y="591"/>
                  </a:cubicBezTo>
                  <a:lnTo>
                    <a:pt x="819" y="1316"/>
                  </a:lnTo>
                  <a:cubicBezTo>
                    <a:pt x="882" y="1379"/>
                    <a:pt x="969" y="1410"/>
                    <a:pt x="1055" y="1410"/>
                  </a:cubicBezTo>
                  <a:cubicBezTo>
                    <a:pt x="1142" y="1410"/>
                    <a:pt x="1229" y="1379"/>
                    <a:pt x="1292" y="1316"/>
                  </a:cubicBezTo>
                  <a:cubicBezTo>
                    <a:pt x="1418" y="1190"/>
                    <a:pt x="1418" y="969"/>
                    <a:pt x="1292" y="843"/>
                  </a:cubicBezTo>
                  <a:lnTo>
                    <a:pt x="599" y="118"/>
                  </a:lnTo>
                  <a:cubicBezTo>
                    <a:pt x="536" y="40"/>
                    <a:pt x="457" y="0"/>
                    <a:pt x="3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22"/>
            <p:cNvSpPr/>
            <p:nvPr/>
          </p:nvSpPr>
          <p:spPr>
            <a:xfrm>
              <a:off x="6715525" y="1972800"/>
              <a:ext cx="35475" cy="35275"/>
            </a:xfrm>
            <a:custGeom>
              <a:rect b="b" l="l" r="r" t="t"/>
              <a:pathLst>
                <a:path extrusionOk="0" h="1411" w="1419">
                  <a:moveTo>
                    <a:pt x="1056" y="0"/>
                  </a:moveTo>
                  <a:cubicBezTo>
                    <a:pt x="970" y="0"/>
                    <a:pt x="883" y="40"/>
                    <a:pt x="820" y="118"/>
                  </a:cubicBezTo>
                  <a:lnTo>
                    <a:pt x="127" y="843"/>
                  </a:lnTo>
                  <a:cubicBezTo>
                    <a:pt x="1" y="969"/>
                    <a:pt x="1" y="1190"/>
                    <a:pt x="127" y="1316"/>
                  </a:cubicBezTo>
                  <a:cubicBezTo>
                    <a:pt x="174" y="1379"/>
                    <a:pt x="261" y="1410"/>
                    <a:pt x="351" y="1410"/>
                  </a:cubicBezTo>
                  <a:cubicBezTo>
                    <a:pt x="442" y="1410"/>
                    <a:pt x="536" y="1379"/>
                    <a:pt x="599" y="1316"/>
                  </a:cubicBezTo>
                  <a:lnTo>
                    <a:pt x="1293" y="591"/>
                  </a:lnTo>
                  <a:cubicBezTo>
                    <a:pt x="1419" y="496"/>
                    <a:pt x="1419" y="244"/>
                    <a:pt x="1293" y="118"/>
                  </a:cubicBezTo>
                  <a:cubicBezTo>
                    <a:pt x="1230" y="40"/>
                    <a:pt x="1143" y="0"/>
                    <a:pt x="10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87" name="Google Shape;58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5838" y="1007115"/>
            <a:ext cx="3432324" cy="1979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4246" y="-1016870"/>
            <a:ext cx="9232490" cy="923249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23"/>
          <p:cNvSpPr txBox="1"/>
          <p:nvPr/>
        </p:nvSpPr>
        <p:spPr>
          <a:xfrm>
            <a:off x="2644735" y="2179335"/>
            <a:ext cx="3854528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Xin cảm ơn!</a:t>
            </a:r>
            <a:endParaRPr b="1" i="0" sz="4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4" name="Google Shape;59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87601" y="0"/>
            <a:ext cx="3956049" cy="2281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Flat Style Disease Presentation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Flat Style Disease Presentation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Nam Nguyen</dc:creator>
</cp:coreProperties>
</file>